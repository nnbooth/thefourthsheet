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  <c:pt idx="13">
                  <c:v>92575</c:v>
                </c:pt>
                <c:pt idx="14">
                  <c:v>76600</c:v>
                </c:pt>
                <c:pt idx="15">
                  <c:v>102350</c:v>
                </c:pt>
                <c:pt idx="16">
                  <c:v>110835</c:v>
                </c:pt>
                <c:pt idx="17">
                  <c:v>121215</c:v>
                </c:pt>
                <c:pt idx="18">
                  <c:v>88665</c:v>
                </c:pt>
                <c:pt idx="19">
                  <c:v>84920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  <c:pt idx="13">
                  <c:v>51775</c:v>
                </c:pt>
                <c:pt idx="14">
                  <c:v>32800</c:v>
                </c:pt>
                <c:pt idx="15">
                  <c:v>66950</c:v>
                </c:pt>
                <c:pt idx="16">
                  <c:v>70035</c:v>
                </c:pt>
                <c:pt idx="17">
                  <c:v>83115</c:v>
                </c:pt>
                <c:pt idx="18">
                  <c:v>51865</c:v>
                </c:pt>
                <c:pt idx="19">
                  <c:v>48120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  <c:pt idx="13">
                  <c:v>31100</c:v>
                </c:pt>
                <c:pt idx="14">
                  <c:v>31100</c:v>
                </c:pt>
                <c:pt idx="15">
                  <c:v>31100</c:v>
                </c:pt>
                <c:pt idx="16">
                  <c:v>31100</c:v>
                </c:pt>
                <c:pt idx="17">
                  <c:v>31100</c:v>
                </c:pt>
                <c:pt idx="18">
                  <c:v>31100</c:v>
                </c:pt>
                <c:pt idx="19">
                  <c:v>31100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  <c:pt idx="13">
                  <c:v>9700</c:v>
                </c:pt>
                <c:pt idx="14">
                  <c:v>12700</c:v>
                </c:pt>
                <c:pt idx="15">
                  <c:v>4300</c:v>
                </c:pt>
                <c:pt idx="16">
                  <c:v>9700</c:v>
                </c:pt>
                <c:pt idx="17">
                  <c:v>7000</c:v>
                </c:pt>
                <c:pt idx="18">
                  <c:v>5700</c:v>
                </c:pt>
                <c:pt idx="19">
                  <c:v>5700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May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May against May last year: (19.1%); Year to date (Jul to May 2026): $983,910; Gross margin, year to date: 67.4%. Revenue is $983,910 this financial year to date (Jul to May 2026). Training makes the highest gross margin (77.3%); Projects the lowest (65.4%). The business needs 94.1% gross margin just to cover overheads. Projects: 65.4% gross margin, 25.4 points over the 40.0% target ($155,026 ahead on $611,410 this financial year to date). Training: 77.3% gross margin, 37.3 points over the 40.0% target ($31,020 ahead on $83,200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May against May last year: (26.6%); Year to date (Jul to May 2026): $611,410; Gross margin, year to date: 65.4%. Projects brought in $611,410 this financial year to date, at a 65.4% gross margin (below the 67.4% overall). Projects: 65.4% gross margin, 25.4 points over the 40.0% target ($155,026 ahead on $611,410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May against May last year: 29.6%; Year to date (Jul to May 2026): $289,300; Gross margin, year to date: 68.8%. Retainers brought in $289,300 this financial year to date, at a 68.8% gross margin (above the 67.4% overall). Retainers: 68.8% gross margin, 28.8 points over the 40.0% target ($83,280 ahead on $289,300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May against May last year: (63.0%); Year to date (Jul to May 2026): $83,200; Gross margin, year to date: 77.3%. Training brought in $83,200 this financial year to date, at a 77.3% gross margin (above the 67.4% overall). Training: 77.3% gross margin, 37.3 points over the 40.0% target ($31,020 ahead on $83,200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May 2026) against the same period last year · Services. Same period last year: Not available: the data starts October 2024. From gross margin to profit: May's client work made $57,240 gross margin (67.4%). Consultant time not charged to client work took $28,140 and overheads $51,750, leaving ($22,650) profit before tax ((26.7%) of revenue). To cover overheads, client work needs a 94.1%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(19.1%)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$84,920 against $104,970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$983,910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67.4%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$662,890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$983,910 this financial year to date (Jul to May 2026). Training makes the highest gross margin (77.3%); Projects the lowest (65.4%). The business needs 94.1%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65.4% gross margin, 25.4 points over the 40.0% target ($155,026 ahead on $611,410 this financial year to date). Training: 77.3% gross margin, 37.3 points over the 40.0% target ($31,020 ahead on $83,200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(26.6%)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$48,120 against $65,570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$611,410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$399,590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$611,410 this financial year to date, at a 65.4% gross margin (below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65.4% gross margin, 25.4 points over the 40.0% target ($155,026 ahead on $611,410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29.6%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$31,100 against $24,000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$289,300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68.8%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$199,000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$289,300 this financial year to date, at a 68.8% gross margin (above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68.8% gross margin, 28.8 points over the 40.0% target ($83,280 ahead on $289,300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(63.0%)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$5,700 against $15,400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$83,200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77.3%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$64,300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$83,200 this financial year to date, at a 77.3% gross margin (above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77.3% gross margin, 37.3 points over the 40.0% target ($31,020 ahead on $83,200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May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May's client work made $57,240 gross margin (67.4%). Consultant time not charged to client work took $28,140 and overheads $51,750, leaving ($22,650) profit before tax ((26.7%) of revenue). To cover overheads, client work needs a 94.1%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$611,410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$399,590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$289,300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$199,000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$64,300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$983,910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$662,890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67.4%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