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  <c:pt idx="19">
                  <c:v>233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May 2026. In short: $233 per new customer in May: 36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May 2026: $233; May last year: $271; Year to date (Jul to May 2026): $229. 36 new customers came from $8,400 of marketing in May, against 35 from $8,400 in April: $233 each, down from $240.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In short: $233 per new customer in May: 36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$240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31 new customers from $8,400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36 new customers came from $8,400 of marketing in May, against 35 from $8,400 in April: $233 each, down from $240.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