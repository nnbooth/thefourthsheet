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2 working hours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0.0"%";[Red](0.0"%")</c:formatCode>
                <c:ptCount val="20"/>
                <c:pt idx="0">
                  <c:v>86.5</c:v>
                </c:pt>
                <c:pt idx="1">
                  <c:v>85.3</c:v>
                </c:pt>
                <c:pt idx="2">
                  <c:v>82.6</c:v>
                </c:pt>
                <c:pt idx="3">
                  <c:v>79.5</c:v>
                </c:pt>
                <c:pt idx="4">
                  <c:v>74.2</c:v>
                </c:pt>
                <c:pt idx="5">
                  <c:v>72.9</c:v>
                </c:pt>
                <c:pt idx="6">
                  <c:v>71.1</c:v>
                </c:pt>
                <c:pt idx="7">
                  <c:v>74.0</c:v>
                </c:pt>
                <c:pt idx="8">
                  <c:v>68.1</c:v>
                </c:pt>
                <c:pt idx="9">
                  <c:v>66.7</c:v>
                </c:pt>
                <c:pt idx="10">
                  <c:v>66.3</c:v>
                </c:pt>
                <c:pt idx="11">
                  <c:v>69.7</c:v>
                </c:pt>
                <c:pt idx="12">
                  <c:v>67.0</c:v>
                </c:pt>
                <c:pt idx="13">
                  <c:v>66.7</c:v>
                </c:pt>
                <c:pt idx="14">
                  <c:v>70.6</c:v>
                </c:pt>
                <c:pt idx="15">
                  <c:v>67.0</c:v>
                </c:pt>
                <c:pt idx="16">
                  <c:v>61.6</c:v>
                </c:pt>
                <c:pt idx="17">
                  <c:v>65.3</c:v>
                </c:pt>
                <c:pt idx="18">
                  <c:v>58.9</c:v>
                </c:pt>
                <c:pt idx="19">
                  <c:v>58.2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Called back within 2 working hours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cat>
            <c:strRef>
              <c:f>Sheet1!$A$2:$A$4</c:f>
              <c:strCache>
                <c:ptCount val="3"/>
                <c:pt idx="0">
                  <c:v>Web form</c:v>
                </c:pt>
                <c:pt idx="1">
                  <c:v>Email</c:v>
                </c:pt>
                <c:pt idx="2">
                  <c:v>Phone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50.0</c:v>
                </c:pt>
                <c:pt idx="1">
                  <c:v>60.0</c:v>
                </c:pt>
                <c:pt idx="2">
                  <c:v>63.6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Sample Electrical &amp; Air Pty Ltd. Period: May 2026. In short: 58.2% called back within 2 working hours in May (target 80.0%); median wait 91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Called back within 2 working hours, May: 58.2%; Median wait, May: 91 min; Enquiries, May: 110. 58.2% of the 110 enquiries called back in May heard back within 2 working hours (target 80.0%), down from 58.9% in April. The median wait was 91 working minutes. 24 more enquiries would have needed a faster callback to reach the 80.0% target. Web form enquiries are the slowest: 50.0% within 2 working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Called back within 2 working hours, by channel, May 2026. Target 80.0%.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May 2026. In short: 58.2% called back within 2 working hours in May (target 80.0%); median wait 91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Callbacks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Called back within 2 working hours, May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58.2%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80.0% · April 58.9%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wait, May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91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April 90 min (working minutes)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Enquiries, May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April 95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58.2% of the 110 enquiries called back in May heard back within 2 working hours (target 80.0%), down from 58.9% in April. The median wait was 91 working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24 more enquiries would have needed a faster callback to reach the 80.0% target. Web form enquiries are the slowest: 50.0% within 2 working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Called back within 2 working hours, by channel, May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Target 80.0%.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528067" y="1414470"/>
            <a:ext cx="0" cy="398446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30787" y="539893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80.0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