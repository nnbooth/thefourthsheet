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0"¢";[Red](0"¢")</c:formatCode>
                <c:ptCount val="20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0"¢";[Red](0"¢")</c:formatCode>
                <c:ptCount val="20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  <c:pt idx="17">
                  <c:v>13</c:v>
                </c:pt>
                <c:pt idx="18">
                  <c:v>13</c:v>
                </c:pt>
                <c:pt idx="19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May 2026. In short: Each dollar raised cost 10¢ in May, and 13¢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May · all fundraising: 10¢; Year to date (Jul to May 2026): 13¢. May cost 10¢ to raise each dollar, against 11¢ in April. This financial year to date it has cost 13¢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May · Grants: 10¢; Year to date (Jul to May 2026): 11¢. Grants cost 11¢ to raise each dollar this financial year to date ($78,100 of grant writing and reporting for $699,210).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May · Donations: 13¢; Year to date (Jul to May 2026): 15¢. Donations cost 15¢ to raise each dollar this financial year to date ($27,300 of donor campaigns for $185,800).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May · Fundraising events: –; Year to date (Jul to May 2026): 41¢. Fundraising events cost 41¢ to raise each dollar this financial year to date ($17,800 of event costs for $43,000).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In short: Each dollar raised cost 10¢ in May, and 13¢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May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11¢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May cost 10¢ to raise each dollar, against 11¢ in April. This financial year to date it has cost 13¢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11¢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($78,100 of grant writing and reporting for $699,210).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($27,300 of donor campaigns for $185,800).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