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0"¢";[Red](0"¢")</c:formatCode>
                <c:ptCount val="20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0"¢";[Red](0"¢")</c:formatCode>
                <c:ptCount val="20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May 2026. In short: Each dollar raised cost 10¢ in May, and 13¢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May · all fundraising: 10¢; Year to date (Jul to May 2026): 13¢. May cost 10¢ to raise each dollar, against 11¢ in April. This financial year to date it has cost 13¢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May · Grants: 10¢; Year to date (Jul to May 2026): 11¢. Grants cost 11¢ to raise each dollar this financial year to date ($78,100 of grant writing and reporting for $699,210).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May · Donations: 13¢; Year to date (Jul to May 2026): 15¢. Donations cost 15¢ to raise each dollar this financial year to date ($27,300 of donor campaigns for $185,800).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May · Fundraising events: –; Year to date (Jul to May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Each dollar raised cost 10¢ in May, and 13¢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May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May cost 10¢ to raise each dollar, against 11¢ in April. This financial year to date it has cost 13¢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($78,100 of grant writing and reporting for $699,210).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($27,300 of donor campaigns for $185,800).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