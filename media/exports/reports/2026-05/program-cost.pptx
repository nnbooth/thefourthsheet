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4585</c:v>
                </c:pt>
                <c:pt idx="1">
                  <c:v>6058</c:v>
                </c:pt>
                <c:pt idx="2">
                  <c:v>8022</c:v>
                </c:pt>
                <c:pt idx="3">
                  <c:v>15491</c:v>
                </c:pt>
                <c:pt idx="4">
                  <c:v>36649</c:v>
                </c:pt>
                <c:pt idx="5">
                  <c:v>54240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375.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  <c:pt idx="18">
                  <c:v>3900</c:v>
                </c:pt>
                <c:pt idx="19">
                  <c:v>3500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May 2026. In short: Housing support costs $54,240 in full in May: $22,903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$54,240 in May once its share of untied program costs and administration is added to $31,337 of grant spending. Shared costs add 73.1%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$54,240 in full in May: $31,337 paid by the State Housing Program grant, and $22,903 of shared costs no grant covers. It has spent 91.3% of its budget to date, with $223,091 left and 7 months to go. The full cost is $54,240 a month; $22,903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$36,649 in full in May: $21,174 paid by the State Department of Families grant, and $15,475 of shared costs no grant covers. It has spent 99.3% of its budget to date, with $261,640 left and 13 months to go. The full cost is $36,649 a month; $15,475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$15,491 in full in May: $8,950 paid by the Federal health program grant, and $6,541 of shared costs no grant covers. It has spent 92.7% of its budget to date, with $101,466 left and 10 months to go. The full cost is $15,491 a month; $6,541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$8,022 in full in May: $4,635 paid by the Philanthropic foundation grant, and $3,387 of shared costs no grant covers. It has spent 100.9% of its budget to date, with $49,629 left and 10 months to go. The full cost is $8,022 a month; $3,387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$6,058 in full in May: $3,500 paid by the Local council community grant grant, and $2,558 of shared costs no grant covers. It has spent 97.4% of its budget to date, with $4,700 left and 1 months to go. The full cost is $6,058 a month; $2,558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$4,585 in full in May: $2,649 paid by the State volunteering grant grant, and $1,936 of shared costs no grant covers. It has spent 101.5% of its budget to date, with $26,864 left and 9 months to go. The full cost is $4,585 a month; $1,936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Housing support costs $54,240 in full in May: $22,903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May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$54,240 in May once its share of untied program costs and administration is added to $31,337 of grant spending. Shared costs add 73.1%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$54,240 in full in May: $31,337 paid by the State Housing Program grant, and $22,903 of shared costs no grant covers. It has spent 91.3% of its budget to date, with $223,091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$54,240 a month; $22,903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$36,649 in full in May: $21,174 paid by the State Department of Families grant, and $15,475 of shared costs no grant covers. It has spent 99.3% of its budget to date, with $261,640 left and 13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$36,649 a month; $15,475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$15,491 in full in May: $8,950 paid by the Federal health program grant, and $6,541 of shared costs no grant covers. It has spent 92.7% of its budget to date, with $101,466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$15,491 a month; $6,541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$8,022 in full in May: $4,635 paid by the Philanthropic foundation grant, and $3,387 of shared costs no grant covers. It has spent 100.9% of its budget to date, with $49,629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$8,022 a month; $3,387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$6,058 in full in May: $3,500 paid by the Local council community grant grant, and $2,558 of shared costs no grant covers. It has spent 97.4% of its budget to date, with $4,700 left and 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$6,058 a month; $2,558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$4,585 in full in May: $2,649 paid by the State volunteering grant grant, and $1,936 of shared costs no grant covers. It has spent 101.5% of its budget to date, with $26,864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$4,585 a month; $1,936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