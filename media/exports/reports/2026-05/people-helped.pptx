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reached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cat>
            <c:strRef>
              <c:f>Sheet1!$A$2:$A$6</c:f>
              <c:strCache>
                <c:ptCount val="5"/>
                <c:pt idx="0">
                  <c:v>Digital literacy</c:v>
                </c:pt>
                <c:pt idx="1">
                  <c:v>Youth outreach</c:v>
                </c:pt>
                <c:pt idx="2">
                  <c:v>Community meals</c:v>
                </c:pt>
                <c:pt idx="3">
                  <c:v>Mental health first aid</c:v>
                </c:pt>
                <c:pt idx="4">
                  <c:v>Housing support</c:v>
                </c:pt>
              </c:strCache>
            </c:strRef>
          </c:cat>
          <c:val>
            <c:numRef>
              <c:f>Sheet1!$B$2:$B$6</c:f>
              <c:numCache>
                <c:formatCode>0.0"%";[Red](0.0"%")</c:formatCode>
                <c:ptCount val="5"/>
                <c:pt idx="0">
                  <c:v>83.1</c:v>
                </c:pt>
                <c:pt idx="1">
                  <c:v>87.7</c:v>
                </c:pt>
                <c:pt idx="2">
                  <c:v>89.3</c:v>
                </c:pt>
                <c:pt idx="3">
                  <c:v>90.1</c:v>
                </c:pt>
                <c:pt idx="4">
                  <c:v>91.0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4.64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 helped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#,##0;[Red](#,##0)</c:formatCode>
                <c:ptCount val="20"/>
                <c:pt idx="0">
                  <c:v>175</c:v>
                </c:pt>
                <c:pt idx="1">
                  <c:v>211</c:v>
                </c:pt>
                <c:pt idx="2">
                  <c:v>195</c:v>
                </c:pt>
                <c:pt idx="3">
                  <c:v>308</c:v>
                </c:pt>
                <c:pt idx="4">
                  <c:v>297</c:v>
                </c:pt>
                <c:pt idx="5">
                  <c:v>278</c:v>
                </c:pt>
                <c:pt idx="6">
                  <c:v>314</c:v>
                </c:pt>
                <c:pt idx="7">
                  <c:v>305</c:v>
                </c:pt>
                <c:pt idx="8">
                  <c:v>265</c:v>
                </c:pt>
                <c:pt idx="9">
                  <c:v>425</c:v>
                </c:pt>
                <c:pt idx="10">
                  <c:v>446</c:v>
                </c:pt>
                <c:pt idx="11">
                  <c:v>474</c:v>
                </c:pt>
                <c:pt idx="12">
                  <c:v>506</c:v>
                </c:pt>
                <c:pt idx="13">
                  <c:v>495</c:v>
                </c:pt>
                <c:pt idx="14">
                  <c:v>521</c:v>
                </c:pt>
                <c:pt idx="15">
                  <c:v>427</c:v>
                </c:pt>
                <c:pt idx="16">
                  <c:v>396</c:v>
                </c:pt>
                <c:pt idx="17">
                  <c:v>412</c:v>
                </c:pt>
                <c:pt idx="18">
                  <c:v>491</c:v>
                </c:pt>
                <c:pt idx="19">
                  <c:v>487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you help this month, and how many couldn't you reach?. Sample Community Services Ltd. Period: May 2026. In short: 487 people helped in May; 62 couldn't be reached (88.7%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you help this month, and how many couldn't you reach?. People helped, May: 487; Couldn't reach, May: 62; Share reached, May: 88.7%. 487 people were helped in May, and 62 came to a program but couldn't be helped: 88.7% reached (target 90.0%), against 84.1% in April. Digital literacy reached the smallest share: 83.1% (10 couldn't be helped). The main reason: program at capacity (22 people).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helped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people couldn't be helped, May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people did you help this month, and how many couldn't you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May 2026. In short: 487 people helped in May; 62 couldn't be reached (88.7%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145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How many people did you help this month, and how many couldn't you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344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Share of people reached, by program, May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People helped, May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April 491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Couldn't reach, May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8A6D3B"/>
                </a:solidFill>
                <a:latin typeface="Roboto"/>
              </a:rPr>
              <a:t>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April 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Share reached, May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8A6D3B"/>
                </a:solidFill>
                <a:latin typeface="Roboto"/>
              </a:rPr>
              <a:t>88.7%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543556"/>
          <a:ext cx="11277295" cy="2651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9465565" y="2623108"/>
            <a:ext cx="0" cy="2333549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368285" y="4956657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90.0%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515356"/>
            <a:ext cx="5501487" cy="839724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5570220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844540"/>
            <a:ext cx="5227167" cy="4739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487 people were helped in May, and 62 came to a program but couldn't be helped: 88.7% reached (target 90.0%), against 84.1% in April.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5515356"/>
            <a:ext cx="5501487" cy="839724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70167" y="5570220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5844540"/>
            <a:ext cx="5227167" cy="4739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Digital literacy reached the smallest share: 83.1% (10 couldn't be helped). The main reason: program at capacity (22 people).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People helped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people couldn't be helped, May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Main reason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People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at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Waitlist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Couldn't make contact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Not eligible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Outside the service 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