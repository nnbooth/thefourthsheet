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Volunteer hours by program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cat>
            <c:strRef>
              <c:f>Sheet1!$A$2:$A$7</c:f>
              <c:strCache>
                <c:ptCount val="6"/>
                <c:pt idx="0">
                  <c:v>Volunteer coordinator</c:v>
                </c:pt>
                <c:pt idx="1">
                  <c:v>Digital literacy</c:v>
                </c:pt>
                <c:pt idx="2">
                  <c:v>Community meals</c:v>
                </c:pt>
                <c:pt idx="3">
                  <c:v>Housing support</c:v>
                </c:pt>
                <c:pt idx="4">
                  <c:v>Youth outreach</c:v>
                </c:pt>
                <c:pt idx="5">
                  <c:v>Mental health first aid</c:v>
                </c:pt>
              </c:strCache>
            </c:strRef>
          </c:cat>
          <c:val>
            <c:numRef>
              <c:f>Sheet1!$B$2:$B$7</c:f>
              <c:numCache>
                <c:formatCode>#,##0;[Red](#,##0)</c:formatCode>
                <c:ptCount val="6"/>
                <c:pt idx="0">
                  <c:v>95.0</c:v>
                </c:pt>
                <c:pt idx="1">
                  <c:v>124.5</c:v>
                </c:pt>
                <c:pt idx="2">
                  <c:v>141.0</c:v>
                </c:pt>
                <c:pt idx="3">
                  <c:v>144.0</c:v>
                </c:pt>
                <c:pt idx="4">
                  <c:v>151.0</c:v>
                </c:pt>
                <c:pt idx="5">
                  <c:v>175.0</c:v>
                </c:pt>
              </c:numCache>
            </c:numRef>
          </c:val>
        </c:ser>
        <c:dLbls>
          <c:numFmt formatCode="#,##0;[Red](#,##0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01.24999999999997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Volunteer hours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Sheet1!$A$2:$A$21</c:f>
              <c:strCache>
                <c:ptCount val="20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</c:strCache>
            </c:strRef>
          </c:cat>
          <c:val>
            <c:numRef>
              <c:f>Sheet1!$B$2:$B$21</c:f>
              <c:numCache>
                <c:formatCode>#,##0;[Red](#,##0)</c:formatCode>
                <c:ptCount val="20"/>
                <c:pt idx="0">
                  <c:v>381.0</c:v>
                </c:pt>
                <c:pt idx="1">
                  <c:v>373.5</c:v>
                </c:pt>
                <c:pt idx="2">
                  <c:v>383.5</c:v>
                </c:pt>
                <c:pt idx="3">
                  <c:v>387.5</c:v>
                </c:pt>
                <c:pt idx="4">
                  <c:v>376.5</c:v>
                </c:pt>
                <c:pt idx="5">
                  <c:v>444.0</c:v>
                </c:pt>
                <c:pt idx="6">
                  <c:v>422.5</c:v>
                </c:pt>
                <c:pt idx="7">
                  <c:v>562.0</c:v>
                </c:pt>
                <c:pt idx="8">
                  <c:v>568.0</c:v>
                </c:pt>
                <c:pt idx="9">
                  <c:v>609.5</c:v>
                </c:pt>
                <c:pt idx="10">
                  <c:v>627.0</c:v>
                </c:pt>
                <c:pt idx="11">
                  <c:v>708.5</c:v>
                </c:pt>
                <c:pt idx="12">
                  <c:v>817.0</c:v>
                </c:pt>
                <c:pt idx="13">
                  <c:v>780.5</c:v>
                </c:pt>
                <c:pt idx="14">
                  <c:v>830.5</c:v>
                </c:pt>
                <c:pt idx="15">
                  <c:v>817.5</c:v>
                </c:pt>
                <c:pt idx="16">
                  <c:v>781.0</c:v>
                </c:pt>
                <c:pt idx="17">
                  <c:v>870.0</c:v>
                </c:pt>
                <c:pt idx="18">
                  <c:v>816.0</c:v>
                </c:pt>
                <c:pt idx="19">
                  <c:v>830.5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1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#,##0;[Red](#,##0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many volunteer hours go into each program?. Sample Community Services Ltd. Period: May 2026. In short: 830.5 h of volunteer time in May, from 59 volunteers; most went to Mental health first aid. Every volunteer shift: who (a code, not a name), which program, and how many hours.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many volunteer hours go into each program?. Volunteer hours, May: 830.5 h; Volunteers who did a shift, May: 59; Hours per volunteer, May: 14.1 h; May last year: 562.0 h. 59 volunteers gave 830.5 h in May, against 816.0 h in April. Mental health first aid drew the most (175.0 h, 21.1%). Volunteer coordinator had the fewest volunteer hours (95.0 h). Hours are up 47.8% on May last year.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Volunteer hours by month. Tap a month for its workings.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How many volunteer hours go into each program?</a:t>
            </a:r>
          </a:p>
        </p:txBody>
      </p:sp>
      <p:pic>
        <p:nvPicPr>
          <p:cNvPr id="3" name="Picture 2" descr="mark-4th-1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457200"/>
            <a:ext cx="822960" cy="822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May 2026. In short: 830.5 h of volunteer time in May, from 59 volunteers; most went to Mental health first aid. Every volunteer shift: who (a code, not a name), which program, and how many hours.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May 2026: Locked. May 2026 is locked (closed 2 Jun 2026). These numbers won't change.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volunteers.pptx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How many volunteer hours go into each program?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volunteer hours go into each program?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Volunteer hours by program, May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Volunteer hours, May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830.5 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April 816.0 h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33673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3470833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Volunteers who did a shift, May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0833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59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0833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April 58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0147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347307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Hours per volunteer, May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7307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14.1 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47307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average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86621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9223781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May last year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23781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562.0 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23781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34 volunteers</a:t>
            </a:r>
          </a:p>
        </p:txBody>
      </p:sp>
      <p:graphicFrame>
        <p:nvGraphicFramePr>
          <p:cNvPr id="22" name="Chart 21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3" name="Rectangle 22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59 volunteers gave 830.5 h in May, against 816.0 h in April. Mental health first aid drew the most (175.0 h, 21.1%).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7" name="TextBox 26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Volunteer coordinator had the fewest volunteer hours (95.0 h). Hours are up 47.8% on May last year.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volunteers.pptx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Volunteer hours by month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volunteer hours go into each program?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802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volunteers.pptx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