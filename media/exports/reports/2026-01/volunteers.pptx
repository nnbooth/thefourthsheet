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Youth outreach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57.5</c:v>
                </c:pt>
                <c:pt idx="1">
                  <c:v>95.5</c:v>
                </c:pt>
                <c:pt idx="2">
                  <c:v>150.0</c:v>
                </c:pt>
                <c:pt idx="3">
                  <c:v>162.0</c:v>
                </c:pt>
                <c:pt idx="4">
                  <c:v>166.0</c:v>
                </c:pt>
                <c:pt idx="5">
                  <c:v>186.5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4.4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January 2026. In short: 817.5 h of volunteer time in January, from 55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January: 817.5 h; Volunteers who did a shift, January: 55; Hours per volunteer, January: 14.9 h; January last year: 387.5 h. 55 volunteers gave 817.5 h in January, against 830.5 h in December. Mental health first aid drew the most (186.5 h, 22.8%). Volunteer coordinator had the fewest volunteer hours (57.5 h). Hours are up 111.0% on January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817.5 h of volunteer time in January, from 55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830.5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387.5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25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55 volunteers gave 817.5 h in January, against 830.5 h in December. Mental health first aid drew the most (186.5 h, 22.8%).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(57.5 h). Hours are up 111.0% on January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