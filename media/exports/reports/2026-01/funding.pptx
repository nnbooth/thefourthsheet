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January 2026. In short: Grants cost 12¢ to raise each dollar in January;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January it cost: Grants 12¢, donations 17¢ to raise each dollar. 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$450,671 raised this financial year to date (73.5% of everything raised), $49,700 to raise it, so $400,971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$119,700 raised this financial year to date (19.5% of everything raised), $18,500 to raise it, so $101,200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(7.0%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12¢; Dearest to raise: Donations 17¢; Raised, year to date $613,371.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Jan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Grants cost 12¢ to raise each dollar in January;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January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it cost: Grants 12¢,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$450,671 raised this financial year to date (73.5% of everything raised), $49,700 to raise it, so $400,971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$119,700 raised this financial year to date (19.5% of everything raised), $18,500 to raise it, so $101,200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(7.0%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January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January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$613,371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Jan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Jan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$450,671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$400,971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