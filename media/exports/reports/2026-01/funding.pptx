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Cost to raise a dollar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cat>
            <c:strRef>
              <c:f>Sheet1!$A$2:$A$3</c:f>
              <c:strCache>
                <c:ptCount val="2"/>
                <c:pt idx="0">
                  <c:v>Grants</c:v>
                </c:pt>
                <c:pt idx="1">
                  <c:v>Donations</c:v>
                </c:pt>
              </c:strCache>
            </c:strRef>
          </c:cat>
          <c:val>
            <c:numRef>
              <c:f>Sheet1!$B$2:$B$3</c:f>
              <c:numCache>
                <c:formatCode>0"¢";[Red](0"¢")</c:formatCode>
                <c:ptCount val="2"/>
                <c:pt idx="0">
                  <c:v>12</c:v>
                </c:pt>
                <c:pt idx="1">
                  <c:v>17</c:v>
                </c:pt>
              </c:numCache>
            </c:numRef>
          </c:val>
        </c:ser>
        <c:dLbls>
          <c:numFmt formatCode="0&quot;¢&quot;;[Red](0&quot;¢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9.549999999999997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Raised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Sheet1!$A$2:$A$17</c:f>
              <c:strCache>
                <c:ptCount val="16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</c:strCache>
            </c:strRef>
          </c:cat>
          <c:val>
            <c:numRef>
              <c:f>Sheet1!$B$2:$B$17</c:f>
              <c:numCache>
                <c:formatCode>$#,##0;[Red]($#,##0);"-"</c:formatCode>
                <c:ptCount val="16"/>
                <c:pt idx="0">
                  <c:v>26600</c:v>
                </c:pt>
                <c:pt idx="1">
                  <c:v>31800</c:v>
                </c:pt>
                <c:pt idx="2">
                  <c:v>29700</c:v>
                </c:pt>
                <c:pt idx="3">
                  <c:v>62700</c:v>
                </c:pt>
                <c:pt idx="4">
                  <c:v>61700</c:v>
                </c:pt>
                <c:pt idx="5">
                  <c:v>54500</c:v>
                </c:pt>
                <c:pt idx="6">
                  <c:v>61500</c:v>
                </c:pt>
                <c:pt idx="7">
                  <c:v>61700</c:v>
                </c:pt>
                <c:pt idx="8">
                  <c:v>52200</c:v>
                </c:pt>
                <c:pt idx="9">
                  <c:v>59063</c:v>
                </c:pt>
                <c:pt idx="10">
                  <c:v>61544</c:v>
                </c:pt>
                <c:pt idx="11">
                  <c:v>62137</c:v>
                </c:pt>
                <c:pt idx="12">
                  <c:v>69185</c:v>
                </c:pt>
                <c:pt idx="13">
                  <c:v>70164</c:v>
                </c:pt>
                <c:pt idx="14">
                  <c:v>68793</c:v>
                </c:pt>
                <c:pt idx="15">
                  <c:v>59785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8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Raised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Sheet1!$A$2:$A$17</c:f>
              <c:strCache>
                <c:ptCount val="16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</c:strCache>
            </c:strRef>
          </c:cat>
          <c:val>
            <c:numRef>
              <c:f>Sheet1!$B$2:$B$17</c:f>
              <c:numCache>
                <c:formatCode>$#,##0;[Red]($#,##0);"-"</c:formatCode>
                <c:ptCount val="16"/>
                <c:pt idx="0">
                  <c:v>15300</c:v>
                </c:pt>
                <c:pt idx="1">
                  <c:v>17700</c:v>
                </c:pt>
                <c:pt idx="2">
                  <c:v>24700</c:v>
                </c:pt>
                <c:pt idx="3">
                  <c:v>12400</c:v>
                </c:pt>
                <c:pt idx="4">
                  <c:v>15600</c:v>
                </c:pt>
                <c:pt idx="5">
                  <c:v>15700</c:v>
                </c:pt>
                <c:pt idx="6">
                  <c:v>15700</c:v>
                </c:pt>
                <c:pt idx="7">
                  <c:v>15800</c:v>
                </c:pt>
                <c:pt idx="8">
                  <c:v>38100</c:v>
                </c:pt>
                <c:pt idx="9">
                  <c:v>13500</c:v>
                </c:pt>
                <c:pt idx="10">
                  <c:v>16000</c:v>
                </c:pt>
                <c:pt idx="11">
                  <c:v>16100</c:v>
                </c:pt>
                <c:pt idx="12">
                  <c:v>16200</c:v>
                </c:pt>
                <c:pt idx="13">
                  <c:v>18700</c:v>
                </c:pt>
                <c:pt idx="14">
                  <c:v>26100</c:v>
                </c:pt>
                <c:pt idx="15">
                  <c:v>13100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Raised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Sheet1!$A$2:$A$17</c:f>
              <c:strCache>
                <c:ptCount val="16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</c:strCache>
            </c:strRef>
          </c:cat>
          <c:val>
            <c:numRef>
              <c:f>Sheet1!$B$2:$B$17</c:f>
              <c:numCache>
                <c:formatCode>$#,##0;[Red]($#,##0);"-"</c:formatCode>
                <c:ptCount val="16"/>
                <c:pt idx="0">
                  <c:v>0</c:v>
                </c:pt>
                <c:pt idx="1">
                  <c:v>0</c:v>
                </c:pt>
                <c:pt idx="2">
                  <c:v>6200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36800</c:v>
                </c:pt>
                <c:pt idx="12">
                  <c:v>0</c:v>
                </c:pt>
                <c:pt idx="13">
                  <c:v>0</c:v>
                </c:pt>
                <c:pt idx="14">
                  <c:v>6200</c:v>
                </c:pt>
                <c:pt idx="15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funding is worth chasing?. Sample Community Services Ltd. Period: January 2026. In short: Grants cost 12¢ to raise each dollar in January; donations 17¢. Each source of money compared on what it raises and what it costs to raise. Pick a source and every chart, table row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sources. In January it cost: Grants 12¢, donations 17¢ to raise each dollar. Cheapest to raise in January: grants (12¢ a dollar). Dearest: donations (17¢). Events are worth counting for what else they bring too (new donors, profile).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Grants. Grants: $450,671 raised this financial year to date (73.5% of everything raised), $49,700 to raise it, so $400,971 left for programs: 11¢ per dollar. Most of the money, and usually the cheapest to raise, starting with grants that renew.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Donations. Donations: $119,700 raised this financial year to date (19.5% of everything raised), $18,500 to raise it, so $101,200 left for programs: 15¢ per dollar. Cheap and flexible (untied): the money that builds reserves.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Fundraising events. Fundraising events: $43,000 raised this financial year to date (7.0% of everything raised), $17,800 to raise it, so $25,200 left for programs: 41¢ per dollar. The dearest per dollar: worth measuring the new donors each event brings in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funding is worth chasing?: Cheapest to raise: Grants 12¢; Dearest to raise: Donations 17¢; Raised, year to date $613,371.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Financial year to date (Jul to Jan 2026), by source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funding is worth chasing?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January 2026. In short: Grants cost 12¢ to raise each dollar in January; donations 17¢. Each source of money compared on what it raises and what it costs to raise. Pick a source and every chart, table row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January 2026: Locked. January 2026 is locked (closed 3 Feb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source, January 2026 (cents)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14996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2869692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292455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98876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 January it cost: Grants 12¢, donations 17¢ to raise each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2869692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292455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3198876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Cheapest to raise in January: grants (12¢ a dollar). Dearest: donations (17¢). Events are worth counting for what else they bring too (new donors, profile).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Grants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Raised and left after costs, by month · Grants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842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Grants: $450,671 raised this financial year to date (73.5% of everything raised), $49,700 to raise it, so $400,971 left for programs: 11¢ per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Most of the money, and usually the cheapest to raise, starting with grants that renew.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Donations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Raised and left after costs, by month · Donations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842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Donations: $119,700 raised this financial year to date (19.5% of everything raised), $18,500 to raise it, so $101,200 left for programs: 15¢ per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Cheap and flexible (untied): the money that builds reserves.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Fundraising events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Raised and left after costs, by month · Fundraising events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842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Fundraising events: $43,000 raised this financial year to date (7.0% of everything raised), $17,800 to raise it, so $25,200 left for programs: 41¢ per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dearest per dollar: worth measuring the new donors each event brings in too.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Which funding is worth chasing?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606698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2618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Cheapest to raise: Grants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276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2F7A5D"/>
                </a:solidFill>
                <a:latin typeface="Roboto"/>
              </a:rPr>
              <a:t>12¢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4203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per $1 raised in January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2498" y="1188720"/>
            <a:ext cx="3606698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429658" y="12618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Dearest to raise: Donations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9658" y="16276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2F7A5D"/>
                </a:solidFill>
                <a:latin typeface="Roboto"/>
              </a:rPr>
              <a:t>17¢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254203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per $1 raised in January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7796" y="1188720"/>
            <a:ext cx="3606698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264956" y="12618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Raised, year to 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4956" y="16276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2F7A5D"/>
                </a:solidFill>
                <a:latin typeface="Roboto"/>
              </a:rPr>
              <a:t>$613,371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254203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Jul to Jan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Financial year to date (Jul to Jan 2026), by source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Raised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Cost of raising it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Left after costs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Cost per $1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Grants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$450,671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$49,700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$400,971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11¢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Donations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$119,700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$18,500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$101,200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15¢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Fundraising events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$17,800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$25,200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41¢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