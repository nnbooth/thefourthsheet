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Within 2 working hours %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Sheet1!$A$2:$A$17</c:f>
              <c:strCache>
                <c:ptCount val="16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</c:strCache>
            </c:strRef>
          </c:cat>
          <c:val>
            <c:numRef>
              <c:f>Sheet1!$B$2:$B$17</c:f>
              <c:numCache>
                <c:formatCode>0.0"%";[Red](0.0"%")</c:formatCode>
                <c:ptCount val="16"/>
                <c:pt idx="0">
                  <c:v>86.5</c:v>
                </c:pt>
                <c:pt idx="1">
                  <c:v>85.3</c:v>
                </c:pt>
                <c:pt idx="2">
                  <c:v>82.6</c:v>
                </c:pt>
                <c:pt idx="3">
                  <c:v>79.5</c:v>
                </c:pt>
                <c:pt idx="4">
                  <c:v>74.2</c:v>
                </c:pt>
                <c:pt idx="5">
                  <c:v>72.9</c:v>
                </c:pt>
                <c:pt idx="6">
                  <c:v>71.1</c:v>
                </c:pt>
                <c:pt idx="7">
                  <c:v>74.0</c:v>
                </c:pt>
                <c:pt idx="8">
                  <c:v>68.1</c:v>
                </c:pt>
                <c:pt idx="9">
                  <c:v>66.7</c:v>
                </c:pt>
                <c:pt idx="10">
                  <c:v>66.3</c:v>
                </c:pt>
                <c:pt idx="11">
                  <c:v>69.7</c:v>
                </c:pt>
                <c:pt idx="12">
                  <c:v>67.0</c:v>
                </c:pt>
                <c:pt idx="13">
                  <c:v>66.7</c:v>
                </c:pt>
                <c:pt idx="14">
                  <c:v>70.6</c:v>
                </c:pt>
                <c:pt idx="15">
                  <c:v>67.0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Called back within 2 working hours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7D8790"/>
              </a:solidFill>
            </c:spPr>
          </c:dPt>
          <c:cat>
            <c:strRef>
              <c:f>Sheet1!$A$2:$A$4</c:f>
              <c:strCache>
                <c:ptCount val="3"/>
                <c:pt idx="0">
                  <c:v>Email</c:v>
                </c:pt>
                <c:pt idx="1">
                  <c:v>Phone</c:v>
                </c:pt>
                <c:pt idx="2">
                  <c:v>Web form</c:v>
                </c:pt>
              </c:strCache>
            </c:strRef>
          </c:cat>
          <c:val>
            <c:numRef>
              <c:f>Sheet1!$B$2:$B$4</c:f>
              <c:numCache>
                <c:formatCode>0.0"%";[Red](0.0"%")</c:formatCode>
                <c:ptCount val="3"/>
                <c:pt idx="0">
                  <c:v>60.0</c:v>
                </c:pt>
                <c:pt idx="1">
                  <c:v>66.1</c:v>
                </c:pt>
                <c:pt idx="2">
                  <c:v>71.1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2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long do customers wait for a callback?. Sample Electrical &amp; Air Pty Ltd. Period: January 2026. In short: 67.0% called back within 2 working hours in January (target 80.0%); median wait 72 working minutes. Every customer enquiry (phone, web form, email) and how long until someone first called back, in working minutes. Every call-out job has the enquiry that booked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long do customers wait for a callback?. Called back within 2 working hours, January: 67.0%; Median wait, January: 72 min; Enquiries, January: 109. 67.0% of the 109 enquiries called back in January heard back within 2 working hours (target 80.0%), down from 70.6% in December. The median wait was 72 working minutes. 14 more enquiries would have needed a faster callback to reach the 80.0% target. Email enquiries are the slowest: 60.0% within 2 working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Called back within 2 working hours, by channel, January 2026. Target 80.0%.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long do customers wait for a callback?</a:t>
            </a:r>
          </a:p>
        </p:txBody>
      </p:sp>
      <p:pic>
        <p:nvPicPr>
          <p:cNvPr id="3" name="Picture 2" descr="mark-4th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5720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January 2026. In short: 67.0% called back within 2 working hours in January (target 80.0%); median wait 72 working minutes. Every customer enquiry (phone, web form, email) and how long until someone first called back, in working minutes. Every call-out job has the enquiry that booked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2026: Locked. January 2026 is locked (closed 3 Feb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callbacks.pptx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long do customers wait for a callback?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How long do customers wait for a callback?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Callbacks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Called back within 2 working hours, January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67.0%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80.0% · December 70.6%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Median wait, January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72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December 69 min (working minutes)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Enquiries, 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109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December 119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67.0% of the 109 enquiries called back in January heard back within 2 working hours (target 80.0%), down from 70.6% in December. The median wait was 72 working minutes.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14 more enquiries would have needed a faster callback to reach the 80.0% target. Email enquiries are the slowest: 60.0% within 2 working hours.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callbacks.pptx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Called back within 2 working hours, by channel, January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How long do customers wait for a callback?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Target 80.0%.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9528067" y="1414470"/>
            <a:ext cx="0" cy="3984467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430787" y="5398937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80.0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99632"/>
            <a:ext cx="54864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Grey = below target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callbacks.pptx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