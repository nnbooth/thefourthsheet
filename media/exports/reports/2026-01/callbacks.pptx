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0.0"%";[Red](0.0"%")</c:formatCode>
                <c:ptCount val="16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  <c:pt idx="14">
                  <c:v>70.6</c:v>
                </c:pt>
                <c:pt idx="15">
                  <c:v>67.0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cat>
            <c:strRef>
              <c:f>Sheet1!$A$2:$A$4</c:f>
              <c:strCache>
                <c:ptCount val="3"/>
                <c:pt idx="0">
                  <c:v>Email</c:v>
                </c:pt>
                <c:pt idx="1">
                  <c:v>Phone</c:v>
                </c:pt>
                <c:pt idx="2">
                  <c:v>Web form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60.0</c:v>
                </c:pt>
                <c:pt idx="1">
                  <c:v>66.1</c:v>
                </c:pt>
                <c:pt idx="2">
                  <c:v>71.1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January 2026. In short: 67.0% called back within 2 working hours in January (target 80.0%); median wait 72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January: 67.0%; Median wait, January: 72 min; Enquiries, January: 109. 67.0% of the 109 enquiries called back in January heard back within 2 working hours (target 80.0%), down from 70.6% in December. The median wait was 72 working minutes. 14 more enquiries would have needed a faster callback to reach the 80.0% target. Email enquiries are the slowest: 60.0%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January 2026.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In short: 67.0% called back within 2 working hours in January (target 80.0%); median wait 72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January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67.0%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December 70.6%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January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69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January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119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67.0% of the 109 enquiries called back in January heard back within 2 working hours (target 80.0%), down from 70.6% in December. The median wait was 72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14 more enquiries would have needed a faster callback to reach the 80.0% target. Email enquiries are the slowest: 60.0%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January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528067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30787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