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reached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Community meals</c:v>
                </c:pt>
                <c:pt idx="1">
                  <c:v>Housing support</c:v>
                </c:pt>
                <c:pt idx="2">
                  <c:v>Digital literacy</c:v>
                </c:pt>
                <c:pt idx="3">
                  <c:v>Youth outreach</c:v>
                </c:pt>
              </c:strCache>
            </c:strRef>
          </c:cat>
          <c:val>
            <c:numRef>
              <c:f>Sheet1!$B$2:$B$5</c:f>
              <c:numCache>
                <c:formatCode>0.0"%";[Red](0.0"%")</c:formatCode>
                <c:ptCount val="4"/>
                <c:pt idx="0">
                  <c:v>88.4</c:v>
                </c:pt>
                <c:pt idx="1">
                  <c:v>89.1</c:v>
                </c:pt>
                <c:pt idx="2">
                  <c:v>90.4</c:v>
                </c:pt>
                <c:pt idx="3">
                  <c:v>91.9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.68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helped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#,##0;[Red](#,##0)</c:formatCode>
                <c:ptCount val="16"/>
                <c:pt idx="0">
                  <c:v>175</c:v>
                </c:pt>
                <c:pt idx="1">
                  <c:v>211</c:v>
                </c:pt>
                <c:pt idx="2">
                  <c:v>195</c:v>
                </c:pt>
                <c:pt idx="3">
                  <c:v>308</c:v>
                </c:pt>
                <c:pt idx="4">
                  <c:v>297</c:v>
                </c:pt>
                <c:pt idx="5">
                  <c:v>278</c:v>
                </c:pt>
                <c:pt idx="6">
                  <c:v>314</c:v>
                </c:pt>
                <c:pt idx="7">
                  <c:v>305</c:v>
                </c:pt>
                <c:pt idx="8">
                  <c:v>265</c:v>
                </c:pt>
                <c:pt idx="9">
                  <c:v>425</c:v>
                </c:pt>
                <c:pt idx="10">
                  <c:v>446</c:v>
                </c:pt>
                <c:pt idx="11">
                  <c:v>474</c:v>
                </c:pt>
                <c:pt idx="12">
                  <c:v>506</c:v>
                </c:pt>
                <c:pt idx="13">
                  <c:v>495</c:v>
                </c:pt>
                <c:pt idx="14">
                  <c:v>521</c:v>
                </c:pt>
                <c:pt idx="15">
                  <c:v>427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6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you help this month, and how many couldn't you reach?. Sample Community Services Ltd. Period: January 2026. In short: 427 people helped in January; 49 couldn't be reached (89.7%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you help this month, and how many couldn't you reach?. People helped, January: 427; Couldn't reach, January: 49; Share reached, January: 89.7%. 427 people were helped in January, and 49 came to a program but couldn't be helped: 89.7% reached (target 90.0%), against 92.4% in December. Community meals reached the smallest share: 88.4% (22 couldn't be helped). The main reason: program at capacity (20 people).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helped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people couldn't be helped, January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people did you help this month, and how many couldn't you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January 2026. In short: 427 people helped in January; 49 couldn't be reached (89.7%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145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How many people did you help this month, and how many couldn't you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344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Share of people reached, by program, January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People helped, January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December 521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Couldn't reach, January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December 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Share reached, January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89.7%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543556"/>
          <a:ext cx="11277295" cy="2267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9410476" y="2611587"/>
            <a:ext cx="0" cy="1995586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313196" y="4607173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90.0%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31308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5186172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460492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427 people were helped in January, and 49 came to a program but couldn't be helped: 89.7% reached (target 90.0%), against 92.4% in December.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5131308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5186172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460492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Community meals reached the smallest share: 88.4% (22 couldn't be helped). The main reason: program at capacity (20 people).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People helped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people couldn't be helped, January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Main reason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People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at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Waitlist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Not eligible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Couldn't make contact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