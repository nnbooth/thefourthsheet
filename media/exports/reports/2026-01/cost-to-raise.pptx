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12</c:v>
                </c:pt>
                <c:pt idx="1">
                  <c:v>17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0"¢";[Red](0"¢")</c:formatCode>
                <c:ptCount val="16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0"¢";[Red](0"¢")</c:formatCode>
                <c:ptCount val="16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January 2026. In short: Each dollar raised cost 13¢ in January,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January · all fundraising: 13¢; Year to date (Jul to Jan 2026): 14¢. January cost 13¢ to raise each dollar, against 14¢ in December.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January · Grants: 12¢; Year to date (Jul to Jan 2026): 11¢. Grants cost 11¢ to raise each dollar this financial year to date ($49,700 of grant writing and reporting for $450,671).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January · Donations: 17¢; Year to date (Jul to Jan 2026): 15¢. Donations cost 15¢ to raise each dollar this financial year to date ($18,500 of donor campaigns for $119,700).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January · Fundraising events: –; Year to date (Jul to Jan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Each dollar raised cost 13¢ in January,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January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14¢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January cost 13¢ to raise each dollar, against 14¢ in December.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($49,700 of grant writing and reporting for $450,671).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17¢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($18,500 of donor campaigns for $119,700).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42¢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