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191014</c:v>
                </c:pt>
                <c:pt idx="1">
                  <c:v>200124</c:v>
                </c:pt>
                <c:pt idx="2">
                  <c:v>159406</c:v>
                </c:pt>
                <c:pt idx="3">
                  <c:v>156794</c:v>
                </c:pt>
                <c:pt idx="4">
                  <c:v>179190</c:v>
                </c:pt>
                <c:pt idx="5">
                  <c:v>150465</c:v>
                </c:pt>
                <c:pt idx="6">
                  <c:v>138865</c:v>
                </c:pt>
                <c:pt idx="7">
                  <c:v>144649</c:v>
                </c:pt>
                <c:pt idx="8">
                  <c:v>183265</c:v>
                </c:pt>
                <c:pt idx="9">
                  <c:v>208588</c:v>
                </c:pt>
                <c:pt idx="10">
                  <c:v>155118</c:v>
                </c:pt>
                <c:pt idx="11">
                  <c:v>143077</c:v>
                </c:pt>
                <c:pt idx="12">
                  <c:v>143566</c:v>
                </c:pt>
                <c:pt idx="13">
                  <c:v>194966</c:v>
                </c:pt>
                <c:pt idx="14">
                  <c:v>150283</c:v>
                </c:pt>
                <c:pt idx="15">
                  <c:v>183306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27650</c:v>
                </c:pt>
                <c:pt idx="1">
                  <c:v>27650</c:v>
                </c:pt>
                <c:pt idx="2">
                  <c:v>27650</c:v>
                </c:pt>
                <c:pt idx="3">
                  <c:v>27650</c:v>
                </c:pt>
                <c:pt idx="4">
                  <c:v>31300</c:v>
                </c:pt>
                <c:pt idx="5">
                  <c:v>31300</c:v>
                </c:pt>
                <c:pt idx="6">
                  <c:v>31300</c:v>
                </c:pt>
                <c:pt idx="7">
                  <c:v>31300</c:v>
                </c:pt>
                <c:pt idx="8">
                  <c:v>35720</c:v>
                </c:pt>
                <c:pt idx="9">
                  <c:v>37200</c:v>
                </c:pt>
                <c:pt idx="10">
                  <c:v>37200</c:v>
                </c:pt>
                <c:pt idx="11">
                  <c:v>37200</c:v>
                </c:pt>
                <c:pt idx="12">
                  <c:v>40100</c:v>
                </c:pt>
                <c:pt idx="13">
                  <c:v>40100</c:v>
                </c:pt>
                <c:pt idx="14">
                  <c:v>40100</c:v>
                </c:pt>
                <c:pt idx="15">
                  <c:v>40100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141600</c:v>
                </c:pt>
                <c:pt idx="1">
                  <c:v>147100</c:v>
                </c:pt>
                <c:pt idx="2">
                  <c:v>103700</c:v>
                </c:pt>
                <c:pt idx="3">
                  <c:v>100100</c:v>
                </c:pt>
                <c:pt idx="4">
                  <c:v>118600</c:v>
                </c:pt>
                <c:pt idx="5">
                  <c:v>96400</c:v>
                </c:pt>
                <c:pt idx="6">
                  <c:v>83900</c:v>
                </c:pt>
                <c:pt idx="7">
                  <c:v>89900</c:v>
                </c:pt>
                <c:pt idx="8">
                  <c:v>126300</c:v>
                </c:pt>
                <c:pt idx="9">
                  <c:v>152100</c:v>
                </c:pt>
                <c:pt idx="10">
                  <c:v>96500</c:v>
                </c:pt>
                <c:pt idx="11">
                  <c:v>84200</c:v>
                </c:pt>
                <c:pt idx="12">
                  <c:v>79300</c:v>
                </c:pt>
                <c:pt idx="13">
                  <c:v>126900</c:v>
                </c:pt>
                <c:pt idx="14">
                  <c:v>78100</c:v>
                </c:pt>
                <c:pt idx="15">
                  <c:v>109100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21764</c:v>
                </c:pt>
                <c:pt idx="1">
                  <c:v>25374</c:v>
                </c:pt>
                <c:pt idx="2">
                  <c:v>28056</c:v>
                </c:pt>
                <c:pt idx="3">
                  <c:v>29044</c:v>
                </c:pt>
                <c:pt idx="4">
                  <c:v>29290</c:v>
                </c:pt>
                <c:pt idx="5">
                  <c:v>22765</c:v>
                </c:pt>
                <c:pt idx="6">
                  <c:v>23665</c:v>
                </c:pt>
                <c:pt idx="7">
                  <c:v>23449</c:v>
                </c:pt>
                <c:pt idx="8">
                  <c:v>21245</c:v>
                </c:pt>
                <c:pt idx="9">
                  <c:v>19288</c:v>
                </c:pt>
                <c:pt idx="10">
                  <c:v>21418</c:v>
                </c:pt>
                <c:pt idx="11">
                  <c:v>21677</c:v>
                </c:pt>
                <c:pt idx="12">
                  <c:v>24166</c:v>
                </c:pt>
                <c:pt idx="13">
                  <c:v>27966</c:v>
                </c:pt>
                <c:pt idx="14">
                  <c:v>32083</c:v>
                </c:pt>
                <c:pt idx="15">
                  <c:v>34106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January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January against January last year: 16.9%; Year to date (Jul to Jan 2026): $1,178,904; Gross margin, year to date: 43.6%. Revenue is $1,178,904 this financial year to date (Jul to Jan 2026). Maintenance contracts make the highest gross margin (63.8%); Installations the lowest (34.9%). The business needs 44.2% gross margin just to cover overheads. Installations: 34.9% gross margin, 0.1 points under the 35.0% target: about $1,006 on $726,200 of revenue this financial year to date. It's below the 44.2% needed to cover overheads, too. Maintenance contracts: 63.8% gross margin, 28.8 points over the 35.0% target ($78,398 ahead on $272,000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January against January last year: 45.0%; Year to date (Jul to Jan 2026): $272,000; Gross margin, year to date: 63.8%. Maintenance contracts brought in $272,000 this financial year to date, at a 63.8% gross margin (above the 43.6% overall). Maintenance contracts: 63.8% gross margin, 28.8 points over the 35.0% target ($78,398 ahead on $272,000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January against January last year: 9.0%; Year to date (Jul to Jan 2026): $726,200; Gross margin, year to date: 34.9%. Installations brought in $726,200 this financial year to date, at a 34.9% gross margin (below the 43.6% overall). Installations: 34.9% gross margin, 0.1 points under the 35.0% target: about $1,006 on $726,200 of revenue this financial year to date. It's below the 44.2%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January against January last year: 17.4%; Year to date (Jul to Jan 2026): $180,704; Gross margin, year to date: 48.1%. Call-outs and repairs brought in $180,704 this financial year to date, at a 48.1% gross margin (above the 43.6% overall). Call-outs and repairs: 48.1% gross margin, 13.1 points over the 35.0% target ($23,648 ahead on $180,704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Jan 2026) against the same period last year · Trades. Same period last year: Not available: the data starts October 2024. From gross margin to profit: January's jobs made $76,716 gross margin (41.9%). Technician time not charged to jobs took $22,372 and overheads $58,730, leaving ($4,386) profit before tax ((2.4%) of revenue). To cover overheads, jobs need a 44.2%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January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against January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16.9%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$183,306 against $156,794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$1,178,904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$513,656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4815840"/>
            <a:ext cx="5501487" cy="14935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$1,178,904 this financial year to date (Jul to Jan 2026). Maintenance contracts make the highest gross margin (63.8%); Installations the lowest (34.9%). The business needs 44.2%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4815840"/>
            <a:ext cx="5501487" cy="14935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34.9% gross margin, 0.1 points under the 35.0% target: about $1,006 on $726,200 of revenue this financial year to date. It's below the 44.2% needed to cover overheads, too. Maintenance contracts: 63.8% gross margin, 28.8 points over the 35.0% target ($78,398 ahead on $272,000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against January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$40,100 against $27,650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$272,000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$173,598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$272,000 this financial year to date, at a 63.8% gross margin (above the 43.6%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63.8% gross margin, 28.8 points over the 35.0% target ($78,398 ahead on $272,000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against January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$109,100 against $100,100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$726,200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34.9%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$253,164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$726,200 this financial year to date, at a 34.9% gross margin (below the 43.6%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34.9% gross margin, 0.1 points under the 35.0% target: about $1,006 on $726,200 of revenue this financial year to date. It's below the 44.2% needed to cover overheads, too.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against January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17.4%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$34,106 against $29,044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$180,704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$86,894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$180,704 this financial year to date, at a 48.1% gross margin (above the 43.6%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48.1% gross margin, 13.1 points over the 35.0% target ($23,648 ahead on $180,704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Jan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January's jobs made $76,716 gross margin (41.9%). Technician time not charged to jobs took $22,372 and overheads $58,730, leaving ($4,386) profit before tax ((2.4%) of revenue). To cover overheads, jobs need a 44.2%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$272,000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$173,598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$726,200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$253,164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34.9%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$180,704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$86,894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$1,178,904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$513,656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43.6%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