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Short-staffed</c:v>
                </c:pt>
                <c:pt idx="1">
                  <c:v>Installation ran over</c:v>
                </c:pt>
                <c:pt idx="2">
                  <c:v>After-hours call-out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5.5</c:v>
                </c:pt>
                <c:pt idx="1">
                  <c:v>8.5</c:v>
                </c:pt>
                <c:pt idx="2">
                  <c:v>17.0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T6</c:v>
                </c:pt>
                <c:pt idx="1">
                  <c:v>Technician T3</c:v>
                </c:pt>
                <c:pt idx="2">
                  <c:v>Technician T7</c:v>
                </c:pt>
                <c:pt idx="3">
                  <c:v>Technician T5</c:v>
                </c:pt>
                <c:pt idx="4">
                  <c:v>Technician T2</c:v>
                </c:pt>
                <c:pt idx="5">
                  <c:v>Technician T1</c:v>
                </c:pt>
                <c:pt idx="6">
                  <c:v>Technician T4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0.5</c:v>
                </c:pt>
                <c:pt idx="1">
                  <c:v>2.5</c:v>
                </c:pt>
                <c:pt idx="2">
                  <c:v>3.5</c:v>
                </c:pt>
                <c:pt idx="3">
                  <c:v>3.5</c:v>
                </c:pt>
                <c:pt idx="4">
                  <c:v>6.0</c:v>
                </c:pt>
                <c:pt idx="5">
                  <c:v>6.5</c:v>
                </c:pt>
                <c:pt idx="6">
                  <c:v>8.5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77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January 2026. In short: Overtime was 3.1% of ordinary hours in January (target under 5.0%), up from 3.0%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January: 3.1%; Overtime hours, January: 31.0 h; January last year: 3.0%. Technicians worked 31.0 h of overtime in January, 3.1% of ordinary hours (target under 5.0%), against 7.7% in December. Over the last year it has gone from 3.0% to 3.1%. After-hours call-out is the main reason: 17.0 h, 54.8% of the overtime. Technician T4 carried the most (8.5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January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January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Overtime was 3.1% of ordinary hours in January (target under 5.0%), up from 3.0%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70.5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27.5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31.0 h of overtime in January, 3.1% of ordinary hours (target under 5.0%), against 7.7% in December. Over the last year it has gone from 3.0% to 3.1%.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17.0 h, 54.8% of the overtime. Technician T4 carried the most (8.5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