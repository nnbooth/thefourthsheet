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$#,##0;[Red]($#,##0);"-"</c:formatCode>
                <c:ptCount val="16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January 2026. In short: $182 per new customer in January: 44 new customers from $8,000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January 2026: $182; January last year: $200; Year to date (Jul to Jan 2026): $228. 44 new customers came from $8,000 of marketing in January, against 45 from $7,800 in December: $182 each, up from $173.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$182 per new customer in January: 44 new customers from $8,000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December $173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40 new customers from $8,000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Jan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44 new customers came from $8,000 of marketing in January, against 45 from $7,800 in December: $182 each, up from $173.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