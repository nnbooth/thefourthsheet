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7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  <c:pt idx="23">
                  <c:v>77000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  <c:pt idx="22">
                  <c:v>18400</c:v>
                </c:pt>
                <c:pt idx="23">
                  <c:v>27900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41600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September 2026. In short: Grants cost 9¢ to raise each dollar in September; fundraising events 41¢.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September it cost: Grants 9¢, donations 19¢ and fundraising events 41¢ to raise each dollar. 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$223,318 raised this financial year to date (68.6% of everything raised), $21,300 to raise it, so $202,018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$60,600 raised this financial year to date (18.6% of everything raised), $9,800 to raise it, so $50,800 left for programs: 16¢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$41,600 raised this financial year to date (12.8% of everything raised), $19,300 to raise it, so $22,300 left for programs: 46¢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9¢; Dearest to raise: Fundraising events 41¢; Raised, year to date $325,518.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Sep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Grants cost 9¢ to raise each dollar in September; fundraising events 41¢.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September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5374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September it cost: Grants 9¢, donations 19¢ and fundraising events 41¢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25374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$223,318 raised this financial year to date (68.6% of everything raised), $21,300 to raise it, so $202,018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$60,600 raised this financial year to date (18.6% of everything raised), $9,800 to raise it, so $50,800 left for programs: 16¢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$41,600 raised this financial year to date (12.8% of everything raised), $19,300 to raise it, so $22,300 left for programs: 46¢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September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Fundraising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September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$325,518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Sep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