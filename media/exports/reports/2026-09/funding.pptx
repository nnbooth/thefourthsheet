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Grants</c:v>
                </c:pt>
                <c:pt idx="1">
                  <c:v>Donations</c:v>
                </c:pt>
                <c:pt idx="2">
                  <c:v>Fundraising events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9</c:v>
                </c:pt>
                <c:pt idx="1">
                  <c:v>19</c:v>
                </c:pt>
                <c:pt idx="2">
                  <c:v>41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7.1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  <c:pt idx="16">
                  <c:v>55759</c:v>
                </c:pt>
                <c:pt idx="17">
                  <c:v>53806</c:v>
                </c:pt>
                <c:pt idx="18">
                  <c:v>66729</c:v>
                </c:pt>
                <c:pt idx="19">
                  <c:v>72245</c:v>
                </c:pt>
                <c:pt idx="20">
                  <c:v>70872</c:v>
                </c:pt>
                <c:pt idx="21">
                  <c:v>72618</c:v>
                </c:pt>
                <c:pt idx="22">
                  <c:v>73700</c:v>
                </c:pt>
                <c:pt idx="23">
                  <c:v>77000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  <c:pt idx="13">
                  <c:v>18700</c:v>
                </c:pt>
                <c:pt idx="14">
                  <c:v>26100</c:v>
                </c:pt>
                <c:pt idx="15">
                  <c:v>13100</c:v>
                </c:pt>
                <c:pt idx="16">
                  <c:v>16400</c:v>
                </c:pt>
                <c:pt idx="17">
                  <c:v>16500</c:v>
                </c:pt>
                <c:pt idx="18">
                  <c:v>16600</c:v>
                </c:pt>
                <c:pt idx="19">
                  <c:v>16600</c:v>
                </c:pt>
                <c:pt idx="20">
                  <c:v>40100</c:v>
                </c:pt>
                <c:pt idx="21">
                  <c:v>14300</c:v>
                </c:pt>
                <c:pt idx="22">
                  <c:v>18400</c:v>
                </c:pt>
                <c:pt idx="23">
                  <c:v>27900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  <c:pt idx="13">
                  <c:v>0</c:v>
                </c:pt>
                <c:pt idx="14">
                  <c:v>6200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41600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September 2026. In short: Grants cost 9¢ to raise each dollar in September; fundraising events 41¢.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September it cost: Grants 9¢, donations 19¢ and fundraising events 41¢ to raise each dollar. Cheapest to raise in September: grants (9¢ a dollar). Dearest: fundraising events (41¢).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$223,318 raised this financial year to date (68.6% of everything raised), $21,300 to raise it, so $202,018 left for programs: 10¢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$60,600 raised this financial year to date (18.6% of everything raised), $9,800 to raise it, so $50,800 left for programs: 16¢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$41,600 raised this financial year to date (12.8% of everything raised), $19,300 to raise it, so $22,300 left for programs: 46¢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9¢; Dearest to raise: Fundraising events 41¢; Raised, year to date $325,518.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Sep 2026),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In short: Grants cost 9¢ to raise each dollar in September; fundraising events 41¢.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September 2026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25374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33086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8292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September it cost: Grants 9¢, donations 19¢ and fundraising events 41¢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325374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33086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58292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September: grants (9¢ a dollar). Dearest: fundraising events (41¢).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$223,318 raised this financial year to date (68.6% of everything raised), $21,300 to raise it, so $202,018 left for programs: 10¢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$60,600 raised this financial year to date (18.6% of everything raised), $9,800 to raise it, so $50,800 left for programs: 16¢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$41,600 raised this financial year to date (12.8% of everything raised), $19,300 to raise it, so $22,300 left for programs: 46¢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9¢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September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Fundraising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September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$325,518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Sep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Sep 2026),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$223,318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$21,300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$202,018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$60,600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$50,800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46¢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