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  <c:pt idx="17">
                  <c:v>213578</c:v>
                </c:pt>
                <c:pt idx="18">
                  <c:v>183967</c:v>
                </c:pt>
                <c:pt idx="19">
                  <c:v>180342</c:v>
                </c:pt>
                <c:pt idx="20">
                  <c:v>193032</c:v>
                </c:pt>
                <c:pt idx="21">
                  <c:v>215610</c:v>
                </c:pt>
                <c:pt idx="22">
                  <c:v>199523</c:v>
                </c:pt>
                <c:pt idx="23">
                  <c:v>225460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  <c:pt idx="17">
                  <c:v>42000</c:v>
                </c:pt>
                <c:pt idx="18">
                  <c:v>42000</c:v>
                </c:pt>
                <c:pt idx="19">
                  <c:v>45350</c:v>
                </c:pt>
                <c:pt idx="20">
                  <c:v>45350</c:v>
                </c:pt>
                <c:pt idx="21">
                  <c:v>45350</c:v>
                </c:pt>
                <c:pt idx="22">
                  <c:v>45350</c:v>
                </c:pt>
                <c:pt idx="23">
                  <c:v>45350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  <c:pt idx="17">
                  <c:v>144900</c:v>
                </c:pt>
                <c:pt idx="18">
                  <c:v>116900</c:v>
                </c:pt>
                <c:pt idx="19">
                  <c:v>103400</c:v>
                </c:pt>
                <c:pt idx="20">
                  <c:v>115600</c:v>
                </c:pt>
                <c:pt idx="21">
                  <c:v>143000</c:v>
                </c:pt>
                <c:pt idx="22">
                  <c:v>122800</c:v>
                </c:pt>
                <c:pt idx="23">
                  <c:v>146300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  <c:pt idx="17">
                  <c:v>26678</c:v>
                </c:pt>
                <c:pt idx="18">
                  <c:v>25067</c:v>
                </c:pt>
                <c:pt idx="19">
                  <c:v>31592</c:v>
                </c:pt>
                <c:pt idx="20">
                  <c:v>32082</c:v>
                </c:pt>
                <c:pt idx="21">
                  <c:v>27260</c:v>
                </c:pt>
                <c:pt idx="22">
                  <c:v>31373</c:v>
                </c:pt>
                <c:pt idx="23">
                  <c:v>33810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September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September against September last year: 57.6%; Year to date against the same period last year: 26.4%; Gross margin, year to date: 44.3%. Revenue is 26.4% up on the same period last year, year to date ($640,593 against $506,783). Maintenance contracts make the highest gross margin (63.9%); Installations the lowest (37.0%). The business needs 39.0% gross margin just to cover overheads. Installations: 37.0% gross margin, 2.0 points over the 35.0% target ($8,257 ahead on $412,100 this financial year to date). Maintenance contracts: 63.9% gross margin, 28.9 points over the 35.0% target ($39,281 ahead on $136,050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September against September last year: 21.9%; Year to date against the same period last year: 21.9%; Gross margin, year to date: 63.9%. Maintenance contracts brought in $136,050 this financial year to date, 21.9% on the same period last year (slower than the business as a whole, 26.4%), at a 63.9% gross margin (above the 44.3% overall). Maintenance contracts: 63.9% gross margin, 28.9 points over the 35.0% target ($39,281 ahead on $136,050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September against September last year: 73.8%; Year to date against the same period last year: 23.8%; Gross margin, year to date: 37.0%. Installations brought in $412,100 this financial year to date, 23.8% on the same period last year (slower than the business as a whole, 26.4%), at a 37.0% gross margin (below the 44.3% overall). Installations: 37.0% gross margin, 2.0 points over the 35.0% target ($8,257 ahead on $412,100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September against September last year: 56.0%; Year to date against the same period last year: 48.2%; Gross margin, year to date: 48.1%. Call-outs and repairs brought in $92,443 this financial year to date, 48.2% on the same period last year (faster than the business as a whole, 26.4%), at a 48.1% gross margin (above the 44.3% overall). Call-outs and repairs: 48.1% gross margin, 13.1 points over the 35.0% target ($12,124 ahead on $92,443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Sep 2026) against the same period last year · Trades. From gross margin to profit: September's jobs made $96,230 gross margin (42.7%). Technician time not charged to jobs took $28,417 and overheads $59,580, leaving $8,233 profit before tax (3.7% of revenue). To cover overheads, jobs need a 39.0%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57.6%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$225,460 against $143,077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26.4%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$640,593 against $506,783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$283,869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26.4% up on the same period last year, year to date ($640,593 against $506,783). Maintenance contracts make the highest gross margin (63.9%); Installations the lowest (37.0%). The business needs 39.0%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37.0% gross margin, 2.0 points over the 35.0% target ($8,257 ahead on $412,100 this financial year to date). Maintenance contracts: 63.9% gross margin, 28.9 points over the 35.0% target ($39,281 ahead on $136,050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21.9%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$45,350 against $37,200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21.9%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$136,050 against $111,600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$86,898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$136,050 this financial year to date, 21.9% on the same period last year (slower than the business as a whole, 26.4%), at a 63.9% gross margin (above the 44.3%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63.9% gross margin, 28.9 points over the 35.0% target ($39,281 ahead on $136,050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73.8%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$146,300 against $84,200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$412,100 against $332,800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$152,492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$412,100 this financial year to date, 23.8% on the same period last year (slower than the business as a whole, 26.4%), at a 37.0% gross margin (below the 44.3%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37.0% gross margin, 2.0 points over the 35.0% target ($8,257 ahead on $412,100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against September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56.0%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$33,810 against $21,677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$92,443 against $62,383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$44,479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$92,443 this financial year to date, 48.2% on the same period last year (faster than the business as a whole, 26.4%), at a 48.1% gross margin (above the 44.3%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48.1% gross margin, 13.1 points over the 35.0% target ($12,124 ahead on $92,443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Sep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September's jobs made $96,230 gross margin (42.7%). Technician time not charged to jobs took $28,417 and overheads $59,580, leaving $8,233 profit before tax (3.7% of revenue). To cover overheads, jobs need a 39.0%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129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$136,050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$86,898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$412,100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$332,800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23.8%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$152,492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37.0%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$92,443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$62,383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$44,479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$640,593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$506,783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26.4%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$283,869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44.3%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