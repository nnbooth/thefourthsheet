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Housing support</c:v>
                </c:pt>
                <c:pt idx="3">
                  <c:v>Community meals</c:v>
                </c:pt>
                <c:pt idx="4">
                  <c:v>Youth outreach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90.5</c:v>
                </c:pt>
                <c:pt idx="1">
                  <c:v>124.5</c:v>
                </c:pt>
                <c:pt idx="2">
                  <c:v>135.5</c:v>
                </c:pt>
                <c:pt idx="3">
                  <c:v>179.5</c:v>
                </c:pt>
                <c:pt idx="4">
                  <c:v>187.0</c:v>
                </c:pt>
                <c:pt idx="5">
                  <c:v>208.0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9.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  <c:pt idx="21">
                  <c:v>938.0</c:v>
                </c:pt>
                <c:pt idx="22">
                  <c:v>867.5</c:v>
                </c:pt>
                <c:pt idx="23">
                  <c:v>925.0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September 2026. In short: 925.0 h of volunteer time in September, from 59 volunteers; most went to Mental health first aid.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September: 925.0 h; Volunteers who did a shift, September: 59; Hours per volunteer, September: 15.7 h; September last year: 708.5 h. 59 volunteers gave 925.0 h in September, against 867.5 h in August. Mental health first aid drew the most (208.0 h, 22.5%). Volunteer coordinator had the fewest volunteer hours (90.5 h). Hours are up 30.6% on September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925.0 h of volunteer time in September, from 59 volunteers; most went to Mental health first aid.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September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September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925.0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867.5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September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September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15.7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708.5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47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59 volunteers gave 925.0 h in September, against 867.5 h in August. Mental health first aid drew the most (208.0 h, 22.5%).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(90.5 h). Hours are up 30.6% on September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