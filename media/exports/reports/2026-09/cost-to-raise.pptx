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Grants</c:v>
                </c:pt>
                <c:pt idx="1">
                  <c:v>Donations</c:v>
                </c:pt>
                <c:pt idx="2">
                  <c:v>Fundraising events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9</c:v>
                </c:pt>
                <c:pt idx="1">
                  <c:v>19</c:v>
                </c:pt>
                <c:pt idx="2">
                  <c:v>41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7.1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0"¢";[Red](0"¢")</c:formatCode>
                <c:ptCount val="24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12</c:v>
                </c:pt>
                <c:pt idx="16">
                  <c:v>13</c:v>
                </c:pt>
                <c:pt idx="17">
                  <c:v>13</c:v>
                </c:pt>
                <c:pt idx="18">
                  <c:v>11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  <c:pt idx="23">
                  <c:v>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0"¢";[Red](0"¢")</c:formatCode>
                <c:ptCount val="24"/>
                <c:pt idx="0">
                  <c:v>14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  <c:pt idx="16">
                  <c:v>13</c:v>
                </c:pt>
                <c:pt idx="17">
                  <c:v>13</c:v>
                </c:pt>
                <c:pt idx="18">
                  <c:v>13</c:v>
                </c:pt>
                <c:pt idx="19">
                  <c:v>13</c:v>
                </c:pt>
                <c:pt idx="20">
                  <c:v>14</c:v>
                </c:pt>
                <c:pt idx="21">
                  <c:v>15</c:v>
                </c:pt>
                <c:pt idx="22">
                  <c:v>12</c:v>
                </c:pt>
                <c:pt idx="23">
                  <c:v>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Sheet1!$A$2:$A$5</c:f>
              <c:strCache>
                <c:ptCount val="4"/>
                <c:pt idx="0">
                  <c:v>Dec 24</c:v>
                </c:pt>
                <c:pt idx="1">
                  <c:v>Sep 25</c:v>
                </c:pt>
                <c:pt idx="2">
                  <c:v>Dec 25</c:v>
                </c:pt>
                <c:pt idx="3">
                  <c:v>Sep 26</c:v>
                </c:pt>
              </c:strCache>
            </c:strRef>
          </c:cat>
          <c:val>
            <c:numRef>
              <c:f>Sheet1!$B$2:$B$5</c:f>
              <c:numCache>
                <c:formatCode>0"¢";[Red](0"¢")</c:formatCode>
                <c:ptCount val="4"/>
                <c:pt idx="0">
                  <c:v>42</c:v>
                </c:pt>
                <c:pt idx="1">
                  <c:v>41</c:v>
                </c:pt>
                <c:pt idx="2">
                  <c:v>42</c:v>
                </c:pt>
                <c:pt idx="3">
                  <c:v>41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September 2026. In short: Each dollar raised cost 20¢ in September, and 15¢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September · all fundraising: 20¢; Year to date (Jul to Sep 2026): 15¢. September cost 20¢ to raise each dollar, against 13¢ in August. Fundraising events raised $41,600 and cost $16,900. This financial year to date it has cost 15¢ a dollar, against 16¢ in the same period last year.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September · Grants: 9¢; Year to date (Jul to Sep 2026): 10¢. Grants cost 10¢ to raise each dollar this financial year to date ($21,300 of grant writing and reporting for $223,318), against 12¢ in the same period last year.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September · Donations: 19¢; Year to date (Jul to Sep 2026): 16¢. Donations cost 16¢ to raise each dollar this financial year to date ($9,800 of donor campaigns for $60,600), against 14¢ in the same period last year.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September · Fundraising events: 41¢; Year to date (Jul to Sep 2026): 46¢. Fundraising events cost 46¢ to raise each dollar this financial year to date ($19,300 of event costs for $41,600), against 41¢ in the same period last year.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In short: Each dollar raised cost 20¢ in September, and 15¢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September 2026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20¢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13¢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Sep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16¢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57962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6344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0880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September cost 20¢ to raise each dollar, against 13¢ in August. Fundraising events raised $41,600 and cost $16,900. This financial year to date it has cost 15¢ a dollar, against 16¢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57962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6344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90880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10¢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Sep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12¢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10¢ to raise each dollar this financial year to date ($21,300 of grant writing and reporting for $223,318), against 12¢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19¢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12¢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Sep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16¢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14¢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16¢ to raise each dollar this financial year to date ($9,800 of donor campaigns for $60,600), against 14¢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none raised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Sep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46¢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41¢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46¢ to raise each dollar this financial year to date ($19,300 of event costs for $41,600), against 41¢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