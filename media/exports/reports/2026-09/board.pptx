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the board need to see?. Sample Community Services Ltd. Period: September 2026. In short: A $10,380 surplus in September, 1.9 months of runway, and 4 grants ending within 6 months. A one-page board summary for September 2026: the result, the money, the risks, and the decisions to make. The full statements are in the downloads.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the board need to see?. Surplus, September: $10,380; Surplus (deficit), year to date: ($38,790); Unrestricted cash runway: 1.9 months; Cost to raise a dollar, September: 20¢.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the board need to see?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September 2026. In short: A $10,380 surplus in September, 1.9 months of runway, and 4 grants ending within 6 months. A one-page board summary for September 2026: the result, the money, the risks, and the decisions to make. The full statements are in the downloads.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board.pptx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does the board need to see?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the board need to see?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2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Surplus, September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$10,380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($23,750)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3673" y="960120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470833" y="1033272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Surplus (deficit), year to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0833" y="1399032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($38,790)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64792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 to Sep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147" y="960120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347307" y="1033272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Unrestricted cash runway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1399032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1.9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64792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reserves target 3.0 months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86621" y="960120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9223781" y="1033272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Cost to raise a dollar, September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3781" y="1399032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20¢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64792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13¢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286000"/>
            <a:ext cx="5501487" cy="1889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THE BOARD SHOULD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2615184"/>
            <a:ext cx="5227167" cy="1524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• Unrestricted cash covers 1.9 months of spending, against a 3.0 months reserves target.</a:t>
            </a:r>
          </a:p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• 4 grants end within 6 months with $210,500 still to spend. Housing support: $102,300 left in 3 months ($34,100 a month needed, against $31,200 spent in September).</a:t>
            </a:r>
          </a:p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• Fundraising cost 20¢ per dollar in September: grants the cheapest (9¢), fundraising events the dearest (41¢).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2286000"/>
            <a:ext cx="5501487" cy="1889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DECISIONS TO MAKE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2615184"/>
            <a:ext cx="5227167" cy="1524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1. Housing support: lift spending to $34,100 a month, or ask State Housing Program about carrying the balance over.</a:t>
            </a:r>
          </a:p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2. Reserves: how much of each month's surplus goes to reserves, and by when the target is reached.</a:t>
            </a:r>
          </a:p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3. Fundraising: where the next spare hours go, given what each source costs to raise.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312920"/>
            <a:ext cx="11277295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GRANTS · AGAINST BUDGET: RED WHEN SPENDING IS MORE THAN 1% OVER BUDGET TO DATE, GREEN MORE THAN 1% UNDER, AMBER WITHIN 1%.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4587240"/>
          <a:ext cx="11277295" cy="1728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Program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Spent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Budget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Against budget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Still to spend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Months left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Housing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$257,700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$270,000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2F7A5D"/>
                          </a:solidFill>
                          <a:latin typeface="Roboto"/>
                        </a:rPr>
                        <a:t>95.4%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$102,300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Volunteer coordinator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$21,000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$21,000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100.0%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$15,000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Digital literacy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$59,600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$60,000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8A6D3B"/>
                          </a:solidFill>
                          <a:latin typeface="Roboto"/>
                        </a:rPr>
                        <a:t>99.3%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$30,400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Mental health first aid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$57,200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$60,000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2F7A5D"/>
                          </a:solidFill>
                          <a:latin typeface="Roboto"/>
                        </a:rPr>
                        <a:t>95.3%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$62,800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Youth outreach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$306,300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$300,000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B42318"/>
                          </a:solidFill>
                          <a:latin typeface="Roboto"/>
                        </a:rPr>
                        <a:t>102.1%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$173,700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Community meals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$12,000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$12,000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100.0%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$36,000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board.pptx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