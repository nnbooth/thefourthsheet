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September 2026. In short: A $10,380 surplus in September, 1.9 months of runway, and 4 grants ending within 6 months. A one-page board summary for September 2026: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September: $10,380; Surplus (deficit), year to date: ($38,790); Unrestricted cash runway: 1.9 months; Cost to raise a dollar, September: 20¢.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A $10,380 surplus in September, 1.9 months of runway, and 4 grants ending within 6 months. A one-page board summary for September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$10,380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($23,750)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($38,790)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Sep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13¢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1.9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4 grants end within 6 months with $210,500 still to spend. Housing support: $102,300 left in 3 months ($34,100 a month needed, against $31,200 spent in September).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20¢ per dollar in September: grants the cheapest (9¢), fundraising events the dearest (41¢).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$34,100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BUDGET TO DATE, GREEN MORE THAN 1% UNDER,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$257,700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8A6D3B"/>
                          </a:solidFill>
                          <a:latin typeface="Roboto"/>
                        </a:rP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$57,200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95.3%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102.1%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