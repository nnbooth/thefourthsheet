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  <c:pt idx="17">
                  <c:v>227</c:v>
                </c:pt>
                <c:pt idx="18">
                  <c:v>240</c:v>
                </c:pt>
                <c:pt idx="19">
                  <c:v>233</c:v>
                </c:pt>
                <c:pt idx="20">
                  <c:v>215</c:v>
                </c:pt>
                <c:pt idx="21">
                  <c:v>263</c:v>
                </c:pt>
                <c:pt idx="22">
                  <c:v>205</c:v>
                </c:pt>
                <c:pt idx="23">
                  <c:v>162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September 2026. In short: $162 per new customer in September: 47 new customers from $7,600 of marketing.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September 2026: $162; September last year: $269; Year to date (Jul to Sep 2026): $203. 47 new customers came from $7,600 of marketing in September, against 41 from $8,400 in August: $162 each, down from $205. 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In short: $162 per new customer in September: 47 new customers from $7,600 of marketing.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$205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32 new customers from $8,600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Sep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(23.1%) on the same period last year ($265)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47 new customers came from $7,600 of marketing in September, against 41 from $8,400 in August: $162 each, down from $205.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