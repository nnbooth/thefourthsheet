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Community meals</c:v>
                </c:pt>
                <c:pt idx="2">
                  <c:v>Digital literacy</c:v>
                </c:pt>
                <c:pt idx="3">
                  <c:v>Mental health first aid</c:v>
                </c:pt>
                <c:pt idx="4">
                  <c:v>Youth outreach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$#,##0;[Red]($#,##0);"-"</c:formatCode>
                <c:ptCount val="6"/>
                <c:pt idx="0">
                  <c:v>5201</c:v>
                </c:pt>
                <c:pt idx="1">
                  <c:v>7455</c:v>
                </c:pt>
                <c:pt idx="2">
                  <c:v>8495</c:v>
                </c:pt>
                <c:pt idx="3">
                  <c:v>18725</c:v>
                </c:pt>
                <c:pt idx="4">
                  <c:v>39530</c:v>
                </c:pt>
                <c:pt idx="5">
                  <c:v>54094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2208.1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30502</c:v>
                </c:pt>
                <c:pt idx="16">
                  <c:v>26508</c:v>
                </c:pt>
                <c:pt idx="17">
                  <c:v>24832</c:v>
                </c:pt>
                <c:pt idx="18">
                  <c:v>23730</c:v>
                </c:pt>
                <c:pt idx="19">
                  <c:v>31337</c:v>
                </c:pt>
                <c:pt idx="20">
                  <c:v>29994</c:v>
                </c:pt>
                <c:pt idx="21">
                  <c:v>29097</c:v>
                </c:pt>
                <c:pt idx="22">
                  <c:v>30500</c:v>
                </c:pt>
                <c:pt idx="23">
                  <c:v>31200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17363</c:v>
                </c:pt>
                <c:pt idx="10">
                  <c:v>21144</c:v>
                </c:pt>
                <c:pt idx="11">
                  <c:v>17537</c:v>
                </c:pt>
                <c:pt idx="12">
                  <c:v>21925</c:v>
                </c:pt>
                <c:pt idx="13">
                  <c:v>21079</c:v>
                </c:pt>
                <c:pt idx="14">
                  <c:v>19272</c:v>
                </c:pt>
                <c:pt idx="15">
                  <c:v>21157</c:v>
                </c:pt>
                <c:pt idx="16">
                  <c:v>20743</c:v>
                </c:pt>
                <c:pt idx="17">
                  <c:v>16515</c:v>
                </c:pt>
                <c:pt idx="18">
                  <c:v>20451</c:v>
                </c:pt>
                <c:pt idx="19">
                  <c:v>21174</c:v>
                </c:pt>
                <c:pt idx="20">
                  <c:v>20366</c:v>
                </c:pt>
                <c:pt idx="21">
                  <c:v>23274</c:v>
                </c:pt>
                <c:pt idx="22">
                  <c:v>21500</c:v>
                </c:pt>
                <c:pt idx="23">
                  <c:v>22800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9584</c:v>
                </c:pt>
                <c:pt idx="19">
                  <c:v>8950</c:v>
                </c:pt>
                <c:pt idx="20">
                  <c:v>9797</c:v>
                </c:pt>
                <c:pt idx="21">
                  <c:v>8669</c:v>
                </c:pt>
                <c:pt idx="22">
                  <c:v>9400</c:v>
                </c:pt>
                <c:pt idx="23">
                  <c:v>10800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5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5160</c:v>
                </c:pt>
                <c:pt idx="13">
                  <c:v>4585</c:v>
                </c:pt>
                <c:pt idx="14">
                  <c:v>5221</c:v>
                </c:pt>
                <c:pt idx="15">
                  <c:v>4426</c:v>
                </c:pt>
                <c:pt idx="16">
                  <c:v>5408</c:v>
                </c:pt>
                <c:pt idx="17">
                  <c:v>5427</c:v>
                </c:pt>
                <c:pt idx="18">
                  <c:v>5509</c:v>
                </c:pt>
                <c:pt idx="19">
                  <c:v>4635</c:v>
                </c:pt>
                <c:pt idx="20">
                  <c:v>4316</c:v>
                </c:pt>
                <c:pt idx="21">
                  <c:v>4813</c:v>
                </c:pt>
                <c:pt idx="22">
                  <c:v>5200</c:v>
                </c:pt>
                <c:pt idx="23">
                  <c:v>4900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3600</c:v>
                </c:pt>
                <c:pt idx="22">
                  <c:v>4100</c:v>
                </c:pt>
                <c:pt idx="23">
                  <c:v>4300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2932</c:v>
                </c:pt>
                <c:pt idx="18">
                  <c:v>3555</c:v>
                </c:pt>
                <c:pt idx="19">
                  <c:v>2649</c:v>
                </c:pt>
                <c:pt idx="20">
                  <c:v>2699</c:v>
                </c:pt>
                <c:pt idx="21">
                  <c:v>3165</c:v>
                </c:pt>
                <c:pt idx="22">
                  <c:v>3000</c:v>
                </c:pt>
                <c:pt idx="23">
                  <c:v>3000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each program really cost?. Sample Community Services Ltd. Period: September 2026. In short: Housing support costs $54,094 in full in September: $22,894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programs. Housing support is the biggest program: $54,094 in September once its share of untied program costs and administration is added to $31,200 of grant spending. Shared costs add 73.4% on top of grant spending across all programs. 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Housing support. Housing support cost $54,094 in full in September: $31,200 paid by the State Housing Program grant, and $22,894 of shared costs no grant covers. It has spent 95.4% of its budget to date, with $102,300 left and 3 months to go. The full cost is $54,094 a month; $22,894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Youth outreach. Youth outreach cost $39,530 in full in September: $22,800 paid by the State Department of Families grant, and $16,730 of shared costs no grant covers. It has spent 102.1% of its budget to date, with $173,700 left and 9 months to go. The full cost is $39,530 a month; $16,730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Mental health first aid. Mental health first aid cost $18,725 in full in September: $10,800 paid by the Federal health program grant, and $7,925 of shared costs no grant covers. It has spent 95.3% of its budget to date, with $62,800 left and 6 months to go. The full cost is $18,725 a month; $7,925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literacy. Digital literacy cost $8,495 in full in September: $4,900 paid by the Philanthropic foundation grant, and $3,595 of shared costs no grant covers. It has spent 99.3% of its budget to date, with $30,400 left and 6 months to go. The full cost is $8,495 a month; $3,595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meals. Community meals cost $7,455 in full in September: $4,300 paid by the Local council community grant grant, and $3,155 of shared costs no grant covers. It has spent 100.0% of its budget to date, with $36,000 left and 9 months to go. The full cost is $7,455 a month; $3,155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coordinator. Volunteer coordinator cost $5,201 in full in September: $3,000 paid by the State volunteering grant grant, and $2,201 of shared costs no grant covers. It has spent 100.0% of its budget to date, with $15,000 left and 5 months to go. The full cost is $5,201 a month; $2,201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98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In short: Housing support costs $54,094 in full in September: $22,894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52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Full cost of each program, September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03580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405884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is the biggest program: $54,094 in September once its share of untied program costs and administration is added to $31,200 of grant spending. Shared costs add 73.4% on top of grant spending across all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405884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Housing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Housing support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cost $54,094 in full in September: $31,200 paid by the State Housing Program grant, and $22,894 of shared costs no grant covers. It has spent 95.4% of its budget to date, with $102,300 left and 3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$54,094 a month; $22,894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Youth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Youth outreach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cost $39,530 in full in September: $22,800 paid by the State Department of Families grant, and $16,730 of shared costs no grant covers. It has spent 102.1% of its budget to date, with $173,700 left and 9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$39,530 a month; $16,730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Mental health first aid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Mental health first aid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Mental health first aid cost $18,725 in full in September: $10,800 paid by the Federal health program grant, and $7,925 of shared costs no grant covers. It has spent 95.3% of its budget to date, with $62,800 left and 6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$18,725 a month; $7,925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Digital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Digital literacy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cost $8,495 in full in September: $4,900 paid by the Philanthropic foundation grant, and $3,595 of shared costs no grant covers. It has spent 99.3% of its budget to date, with $30,400 left and 6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$8,495 a month; $3,595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Community meals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Community meals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cost $7,455 in full in September: $4,300 paid by the Local council community grant grant, and $3,155 of shared costs no grant covers. It has spent 100.0% of its budget to date, with $36,000 left and 9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$7,455 a month; $3,155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coordinator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Volunteer coordinator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cost $5,201 in full in September: $3,000 paid by the State volunteering grant grant, and $2,201 of shared costs no grant covers. It has spent 100.0% of its budget to date, with $15,000 left and 5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$5,201 a month; $2,201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