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Digital literacy</c:v>
                </c:pt>
                <c:pt idx="1">
                  <c:v>Housing support</c:v>
                </c:pt>
                <c:pt idx="2">
                  <c:v>Youth outreach</c:v>
                </c:pt>
                <c:pt idx="3">
                  <c:v>Mental health first aid</c:v>
                </c:pt>
                <c:pt idx="4">
                  <c:v>Community meals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81.3</c:v>
                </c:pt>
                <c:pt idx="1">
                  <c:v>83.5</c:v>
                </c:pt>
                <c:pt idx="2">
                  <c:v>84.2</c:v>
                </c:pt>
                <c:pt idx="3">
                  <c:v>84.6</c:v>
                </c:pt>
                <c:pt idx="4">
                  <c:v>86.3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  <c:pt idx="21">
                  <c:v>497</c:v>
                </c:pt>
                <c:pt idx="22">
                  <c:v>522</c:v>
                </c:pt>
                <c:pt idx="23">
                  <c:v>548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September 2026. In short: 548 people helped in September; 100 couldn't be reached (84.6%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September: 548; Couldn't reach, September: 100; Share reached, September: 84.6%. 548 people were helped in September, and 100 came to a program but couldn't be helped: 84.6% reached (target 90.0%), against 84.9% in August. Digital literacy reached the smallest share: 81.3% (12 couldn't be helped). The main reason: program at capacity (45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548 people helped in September; 100 couldn't be reached (84.6%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522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548 people were helped in September, and 100 came to a program but couldn't be helped: 84.6% reached (target 90.0%), against 84.9% in August.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reached the smallest share: 81.3% (12 couldn't be helped). The main reason: program at capacity (45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