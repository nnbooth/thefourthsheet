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0.0"%";[Red](0.0"%")</c:formatCode>
                <c:ptCount val="24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  <c:pt idx="19">
                  <c:v>58.2</c:v>
                </c:pt>
                <c:pt idx="20">
                  <c:v>56.1</c:v>
                </c:pt>
                <c:pt idx="21">
                  <c:v>57.4</c:v>
                </c:pt>
                <c:pt idx="22">
                  <c:v>57.1</c:v>
                </c:pt>
                <c:pt idx="23">
                  <c:v>48.7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Web form</c:v>
                </c:pt>
                <c:pt idx="1">
                  <c:v>Phone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41.9</c:v>
                </c:pt>
                <c:pt idx="1">
                  <c:v>49.3</c:v>
                </c:pt>
                <c:pt idx="2">
                  <c:v>57.9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September 2026. In short: 48.7% called back within 2 working hours in September (target 80.0%); median wait 122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September: 48.7%; Median wait, September: 122 min; Enquiries, September: 119. 48.7% of the 119 enquiries called back in September heard back within 2 working hours (target 80.0%), down from 57.1% in August. The median wait was 122 working minutes. 37 more enquiries would have needed a faster callback to reach the 80.0% target. Web form enquiries are the slowest: 41.9%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September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48.7% called back within 2 working hours in September (target 80.0%); median wait 122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September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48.7%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August 57.1%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113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September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112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48.7% of the 119 enquiries called back in September heard back within 2 working hours (target 80.0%), down from 57.1% in August. The median wait was 122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37 more enquiries would have needed a faster callback to reach the 80.0% target. Web form enquiries are the slowest: 41.9%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