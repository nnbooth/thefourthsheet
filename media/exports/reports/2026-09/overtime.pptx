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  <c:pt idx="21">
                  <c:v>4.9</c:v>
                </c:pt>
                <c:pt idx="22">
                  <c:v>5.6</c:v>
                </c:pt>
                <c:pt idx="2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2.5</c:v>
                </c:pt>
                <c:pt idx="1">
                  <c:v>7.0</c:v>
                </c:pt>
                <c:pt idx="2">
                  <c:v>22.0</c:v>
                </c:pt>
                <c:pt idx="3">
                  <c:v>33.0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.9499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T1</c:v>
                </c:pt>
                <c:pt idx="1">
                  <c:v>Technician T2</c:v>
                </c:pt>
                <c:pt idx="2">
                  <c:v>Technician T7</c:v>
                </c:pt>
                <c:pt idx="3">
                  <c:v>Technician T6</c:v>
                </c:pt>
                <c:pt idx="4">
                  <c:v>Technician T3</c:v>
                </c:pt>
                <c:pt idx="5">
                  <c:v>Technician T5</c:v>
                </c:pt>
                <c:pt idx="6">
                  <c:v>Technician T4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3.5</c:v>
                </c:pt>
                <c:pt idx="1">
                  <c:v>4.0</c:v>
                </c:pt>
                <c:pt idx="2">
                  <c:v>6.5</c:v>
                </c:pt>
                <c:pt idx="3">
                  <c:v>7.5</c:v>
                </c:pt>
                <c:pt idx="4">
                  <c:v>11.5</c:v>
                </c:pt>
                <c:pt idx="5">
                  <c:v>14.5</c:v>
                </c:pt>
                <c:pt idx="6">
                  <c:v>17.0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September 2026. In short: Overtime was 5.8% of ordinary hours in September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September: 5.8%; Overtime hours, September: 64.5 h; September last year: 3.7%. Technicians worked 64.5 h of overtime in September, 5.8% of ordinary hours (target under 5.0%), against 5.6% in August. Over the last year it has gone from 3.7% to 5.8%. After-hours call-out is the main reason: 33.0 h, 51.2% of the overtime. Technician T4 carried the most (17.0 h). Above target by 9.0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September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September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Overtime was 5.8% of ordinary hours in September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58.5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35.5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64.5 h of overtime in September, 5.8% of ordinary hours (target under 5.0%), against 5.6% in August. Over the last year it has gone from 3.7% to 5.8%.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33.0 h, 51.2% of the overtime. Technician T4 carried the most (17.0 h). Above target by 9.0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