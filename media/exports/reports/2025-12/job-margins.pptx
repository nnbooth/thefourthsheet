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31.6</c:v>
                </c:pt>
                <c:pt idx="1">
                  <c:v>47.9</c:v>
                </c:pt>
                <c:pt idx="2">
                  <c:v>63.8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36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cat>
            <c:strRef>
              <c:f>Sheet1!$A$2:$A$13</c:f>
              <c:strCache>
                <c:ptCount val="12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</c:strCache>
            </c:strRef>
          </c:cat>
          <c:val>
            <c:numRef>
              <c:f>Sheet1!$B$2:$B$13</c:f>
              <c:numCache>
                <c:formatCode>0.0"%";[Red](0.0"%")</c:formatCode>
                <c:ptCount val="12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4.86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Wynnum factory solar and battery</c:v>
                </c:pt>
                <c:pt idx="1">
                  <c:v>Windsor warehouse switchboard upgrade</c:v>
                </c:pt>
                <c:pt idx="2">
                  <c:v>Salisbury school data cabling</c:v>
                </c:pt>
                <c:pt idx="3">
                  <c:v>Newstead office office fit-out wiring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17.4</c:v>
                </c:pt>
                <c:pt idx="1">
                  <c:v>33.1</c:v>
                </c:pt>
                <c:pt idx="2">
                  <c:v>36.0</c:v>
                </c:pt>
                <c:pt idx="3">
                  <c:v>44.3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.294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(6)</c:v>
                </c:pt>
                <c:pt idx="1">
                  <c:v>1.5-hour call-outs (6)</c:v>
                </c:pt>
                <c:pt idx="2">
                  <c:v>2-hour call-outs (17)</c:v>
                </c:pt>
                <c:pt idx="3">
                  <c:v>2.5-hour call-outs (6)</c:v>
                </c:pt>
                <c:pt idx="4">
                  <c:v>3-hour call-outs (13)</c:v>
                </c:pt>
                <c:pt idx="5">
                  <c:v>4-hour call-outs (9)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40.7</c:v>
                </c:pt>
                <c:pt idx="1">
                  <c:v>44.0</c:v>
                </c:pt>
                <c:pt idx="2">
                  <c:v>46.4</c:v>
                </c:pt>
                <c:pt idx="3">
                  <c:v>49.2</c:v>
                </c:pt>
                <c:pt idx="4">
                  <c:v>49.4</c:v>
                </c:pt>
                <c:pt idx="5">
                  <c:v>50.7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.294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0.0"%";[Red](0.0"%")</c:formatCode>
                <c:ptCount val="15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December 2025. In short: Jobs made a 43.7% gross margin in December: maintenance contracts the most (63.8%), installations the least (31.6%).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December's jobs made $65,657 gross margin (43.7%). Technician time not charged to jobs took $22,821 and overheads $57,350, leaving ($14,514) profit before tax ((9.7%) of revenue). To cover overheads, jobs need a 53.3%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December · All jobs: 43.7%; Job gross margin, November · All jobs: 40.5%; Gross margin jobs need to break even: 53.3%. In December maintenance contracts made a 63.8% job gross margin, installations made a 31.6% job gross margin, call-outs and repairs made a 47.9% job gross margin (technician time at $68 an hour, wages and all on-costs). Jobs need 53.3% just to cover overheads. Installations: 31.6% gross margin, 3.4 points under the 35.0% target: about $2,643 on $78,100 of revenue in December. It's below the 53.3% needed to cover overheads, too. Maintenance contracts: 63.8% gross margin, 28.8 points over the 35.0% target ($11,549 ahead on $40,100 in December).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December · Maintenance contracts: 63.8%; Job gross margin, November · Maintenance contracts: 63.8%; Gross margin jobs need to break even: 53.3%. All 12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December). All maintenance contracts: 63.8% gross margin, 28.8 points over the 35.0% target ($11,549 ahead on $40,100 in December).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December 2025. The month's fee less materials and technician time at $68/hour. Target 35.0% is what to price for; break-even 53.3%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December · Installations: 31.6%; Job gross margin, November · Installations: 31.3%; Gross margin jobs need to break even: 53.3%. 2 of the 4 installation jobs invoiced in December made less than the 35.0% job gross margin target. The Wynnum factory solar and battery made a 17.4% job gross margin: 91.0 h of technician time ($6,188) and $2,300 of subcontractors on a $23,700 job. Jobs need 53.3% gross margin just to cover overheads. 2 installations under the 35.0% target, worth about $4,476 between them on $39,200 of revenue. The biggest gap, Wynnum factory solar and battery: 17.4% gross margin, 17.6 points under the 35.0% target: about $4,183 on $23,700 of revenue in December. It's below the 53.3%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December · Call-outs and repairs: 47.9%; Job gross margin, November · Call-outs and repairs: 49.0%; Gross margin jobs need to break even: 53.3%; Technician time charged, December: $22,658; Materials charged, December: $9,425. 57 call-outs in December billed $22,658 of technician time and $9,425 of materials ($7,250 at cost plus 30%), and made a 47.9% job gross margin between them. Gross margins run from 40.7% to 50.7% by length: the hourly rate covers technician time comfortably, so the gross margin mostly moves with how much material goes on the van. All call-outs: 47.9% gross margin, 12.9 points over the 35.0% target ($4,152 ahead on $32,083 in December).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Jobs made a 43.7% gross margin in December: maintenance contracts the most (63.8%), installations the least (31.6%).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December's jobs made $65,657 gross margin (43.7%). Technician time not charged to jobs took $22,821 and overheads $57,350, leaving ($14,514) profit before tax ((9.7%) of revenue). To cover overheads, jobs need a 53.3%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$65,117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$22,821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$57,350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($14,514)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$150,283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(9.7%)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December 2025.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60588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63308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2007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4727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December maintenance contracts made a 63.8% job gross margin, installations made a 31.6% job gross margin, call-outs and repairs made a 47.9% job gross margin (technician time at $68 an hour, wages and all on-costs). Jobs need 53.3%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31.6% gross margin, 3.4 points under the 35.0% target: about $2,643 on $78,100 of revenue in December. It's below the 53.3% needed to cover overheads, too. Maintenance contracts: 63.8% gross margin, 28.8 points over the 35.0% target ($11,549 ahead on $40,100 in December).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12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December). All maintenance contracts: 63.8% gross margin, 28.8 points over the 35.0% target ($11,549 ahead on $40,100 in December).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53.3%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98280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01000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97121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99841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31.3%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575262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77982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of the 4 installation jobs invoiced in December made less than the 35.0% job gross margin target. The Wynnum factory solar and battery made a 17.4% job gross margin: 91.0 h of technician time ($6,188) and $2,300 of subcontractors on a $23,700 job. Jobs need 53.3%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installations under the 35.0% target, worth about $4,476 between them on $39,200 of revenue. The biggest gap, Wynnum factory solar and battery: 17.4% gross margin, 17.6 points under the 35.0% target: about $4,183 on $23,700 of revenue in December. It's below the 53.3%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December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$22,658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70.6%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December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$9,425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$7,250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575262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7982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 call-outs in December billed $22,658 of technician time and $9,425 of materials ($7,250 at cost plus 30%), and made a 47.9% job gross margin between them. Gross margins run from 40.7% to 50.7%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47.9% gross margin, 12.9 points over the 35.0% target ($4,152 ahead on $32,083 in December).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