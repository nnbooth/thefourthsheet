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December 2025. In short: $173 per new customer in December: 45 new customers from $7,800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December 2025: $173; December last year: $211; Year to date (Jul to Dec 2025): $238. 45 new customers came from $7,800 of marketing in December, against 37 from $8,400 in November: $173 each, down from $227.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$173 per new customer in December: 45 new customers from $7,800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$227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37 new customers from $7,800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45 new customers came from $7,800 of marketing in December, against 37 from $8,400 in November: $173 each, down from $227.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