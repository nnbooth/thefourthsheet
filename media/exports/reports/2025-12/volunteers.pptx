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Youth outreach</c:v>
                </c:pt>
                <c:pt idx="2">
                  <c:v>Digital literacy</c:v>
                </c:pt>
                <c:pt idx="3">
                  <c:v>Housing support</c:v>
                </c:pt>
                <c:pt idx="4">
                  <c:v>Community meals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74.5</c:v>
                </c:pt>
                <c:pt idx="1">
                  <c:v>122.0</c:v>
                </c:pt>
                <c:pt idx="2">
                  <c:v>124.0</c:v>
                </c:pt>
                <c:pt idx="3">
                  <c:v>157.5</c:v>
                </c:pt>
                <c:pt idx="4">
                  <c:v>160.5</c:v>
                </c:pt>
                <c:pt idx="5">
                  <c:v>192.0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0.7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#,##0;[Red](#,##0)</c:formatCode>
                <c:ptCount val="15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December 2025. In short: 830.5 h of volunteer time in December, from 55 volunteers; most went to Mental health first aid.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December: 830.5 h; Volunteers who did a shift, December: 55; Hours per volunteer, December: 15.1 h; December last year: 383.5 h. 55 volunteers gave 830.5 h in December, against 780.5 h in November. Mental health first aid drew the most (192.0 h, 23.1%). Volunteer coordinator had the fewest volunteer hours (74.5 h). Hours are up 116.6% on December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830.5 h of volunteer time in December, from 55 volunteers; most went to Mental health first aid.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December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December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830.5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780.5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December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December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15.1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383.5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26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55 volunteers gave 830.5 h in December, against 780.5 h in November. Mental health first aid drew the most (192.0 h, 23.1%).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(74.5 h). Hours are up 116.6% on December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