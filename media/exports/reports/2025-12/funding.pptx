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Grants</c:v>
                </c:pt>
                <c:pt idx="1">
                  <c:v>Donations</c:v>
                </c:pt>
                <c:pt idx="2">
                  <c:v>Fundraising events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10</c:v>
                </c:pt>
                <c:pt idx="1">
                  <c:v>17</c:v>
                </c:pt>
                <c:pt idx="2">
                  <c:v>42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December 2025. In short: Grants cost 10¢ to raise each dollar in December; fundraising events 42¢.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December it cost: Grants 10¢, donations 17¢ and fundraising events 42¢ to raise each dollar. Cheapest to raise in December: grants (10¢ a dollar). Dearest: fundraising events (42¢).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$390,886 raised this financial year to date (72.3% of everything raised), $42,600 to raise it, so $348,286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$106,600 raised this financial year to date (19.7% of everything raised), $16,300 to raise it, so $90,300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(8.0%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10¢; Dearest to raise: Fundraising events 42¢; Raised, year to date $540,486.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Dec 2025),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Grants cost 10¢ to raise each dollar in December; fundraising events 42¢.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December 2025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25374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33086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8292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December it cost: Grants 10¢, donations 17¢ and fundraising events 42¢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25374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33086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58292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December: grants (10¢ a dollar). Dearest: fundraising events (42¢).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$390,886 raised this financial year to date (72.3% of everything raised), $42,600 to raise it, so $348,286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$106,600 raised this financial year to date (19.7% of everything raised), $16,300 to raise it, so $90,300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(8.0%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December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Fundraising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42¢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December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$540,486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Dec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Dec 2025),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$390,886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$348,286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$106,600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$90,300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