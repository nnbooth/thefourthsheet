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Share reached %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cat>
            <c:strRef>
              <c:f>Sheet1!$A$2:$A$6</c:f>
              <c:strCache>
                <c:ptCount val="5"/>
                <c:pt idx="0">
                  <c:v>Emergency relief</c:v>
                </c:pt>
                <c:pt idx="1">
                  <c:v>Youth outreach</c:v>
                </c:pt>
                <c:pt idx="2">
                  <c:v>Community meals</c:v>
                </c:pt>
                <c:pt idx="3">
                  <c:v>Digital literacy</c:v>
                </c:pt>
                <c:pt idx="4">
                  <c:v>Housing support</c:v>
                </c:pt>
              </c:strCache>
            </c:strRef>
          </c:cat>
          <c:val>
            <c:numRef>
              <c:f>Sheet1!$B$2:$B$6</c:f>
              <c:numCache>
                <c:formatCode>0.0"%";[Red](0.0"%")</c:formatCode>
                <c:ptCount val="5"/>
                <c:pt idx="0">
                  <c:v>88.8</c:v>
                </c:pt>
                <c:pt idx="1">
                  <c:v>89.7</c:v>
                </c:pt>
                <c:pt idx="2">
                  <c:v>93.0</c:v>
                </c:pt>
                <c:pt idx="3">
                  <c:v>94.8</c:v>
                </c:pt>
                <c:pt idx="4">
                  <c:v>96.9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1.43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People helped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Sheet1!$A$2:$A$16</c:f>
              <c:strCache>
                <c:ptCount val="15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</c:strCache>
            </c:strRef>
          </c:cat>
          <c:val>
            <c:numRef>
              <c:f>Sheet1!$B$2:$B$16</c:f>
              <c:numCache>
                <c:formatCode>#,##0;[Red](#,##0)</c:formatCode>
                <c:ptCount val="15"/>
                <c:pt idx="0">
                  <c:v>175</c:v>
                </c:pt>
                <c:pt idx="1">
                  <c:v>211</c:v>
                </c:pt>
                <c:pt idx="2">
                  <c:v>195</c:v>
                </c:pt>
                <c:pt idx="3">
                  <c:v>308</c:v>
                </c:pt>
                <c:pt idx="4">
                  <c:v>297</c:v>
                </c:pt>
                <c:pt idx="5">
                  <c:v>278</c:v>
                </c:pt>
                <c:pt idx="6">
                  <c:v>314</c:v>
                </c:pt>
                <c:pt idx="7">
                  <c:v>305</c:v>
                </c:pt>
                <c:pt idx="8">
                  <c:v>265</c:v>
                </c:pt>
                <c:pt idx="9">
                  <c:v>425</c:v>
                </c:pt>
                <c:pt idx="10">
                  <c:v>446</c:v>
                </c:pt>
                <c:pt idx="11">
                  <c:v>474</c:v>
                </c:pt>
                <c:pt idx="12">
                  <c:v>506</c:v>
                </c:pt>
                <c:pt idx="13">
                  <c:v>495</c:v>
                </c:pt>
                <c:pt idx="14">
                  <c:v>521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6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you help this month, and how many couldn't you reach?. Sample Community Services Ltd. Period: December 2025. In short: 521 people helped in December; 43 couldn't be reached (92.4% reached, target 90.0%).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many people did you help this month, and how many couldn't you reach?. People helped, December: 521; Couldn't reach, December: 43; Share reached, December: 92.4%. 521 people were helped in December, and 43 came to a program but couldn't be helped: 92.4% reached (target 90.0%), against 90.5% in November. Emergency relief reached the smallest share: 88.8% (12 couldn't be helped). The main reason: waitlist (17 people).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 helped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people couldn't be helped, December 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How many people did you help this month, and how many couldn't you reach?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December 2025. In short: 521 people helped in December; 43 couldn't be reached (92.4% reached, target 90.0%). People helped by each program, day by day, and the people who came to a program but couldn't be helped (and why). People helped are counted against each program's own grant spend.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December 2025: Locked. December 2025 is locked (closed 5 Jan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145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How many people did you help this month, and how many couldn't you reach?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you help this month, and how many couldn't you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344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Share of people reached, by program, December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People helped, December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November 495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Couldn't reach, December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November 52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1767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29082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Share reached, December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65658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92.4%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2234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90.0%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543556"/>
          <a:ext cx="11277295" cy="25770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9123062" y="2620868"/>
            <a:ext cx="0" cy="2267834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025782" y="4888702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90.0%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440680"/>
            <a:ext cx="5501487" cy="914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594360" y="54955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769864"/>
            <a:ext cx="5227167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521 people were helped in December, and 43 came to a program but couldn't be helped: 92.4% reached (target 90.0%), against 90.5% in November.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3007" y="5440680"/>
            <a:ext cx="5501487" cy="914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370167" y="54955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5769864"/>
            <a:ext cx="5227167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Emergency relief reached the smallest share: 88.8% (12 couldn't be helped). The main reason: waitlist (17 people).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People helped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you help this month, and how many couldn't you reach?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people couldn't be helped, December 2025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How many people did you help this month, and how many couldn't you reach?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60120"/>
          <a:ext cx="1127729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Main reason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People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Waitlist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Program at capacity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15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Not eligible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Outside the service area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Couldn't make contact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people-helped.pptx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