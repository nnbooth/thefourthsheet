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0.0"%";[Red](0.0"%")</c:formatCode>
                <c:ptCount val="15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Email</c:v>
                </c:pt>
                <c:pt idx="1">
                  <c:v>Web form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60.0</c:v>
                </c:pt>
                <c:pt idx="1">
                  <c:v>70.0</c:v>
                </c:pt>
                <c:pt idx="2">
                  <c:v>73.0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December 2025. In short: 70.6% called back within 2 working hours in December (target 80.0%); median wait 69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December: 70.6%; Median wait, December: 69 min; Enquiries, December: 119. 70.6% of the 119 enquiries called back in December heard back within 2 working hours (target 80.0%), up from 66.7% in November. The median wait was 69 working minutes. 11 more enquiries would have needed a faster callback to reach the 80.0% target. Email enquiries are the slowest: 60.0%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December 2025.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70.6% called back within 2 working hours in December (target 80.0%); median wait 69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70.6%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November 66.7%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79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December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84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70.6% of the 119 enquiries called back in December heard back within 2 working hours (target 80.0%), up from 66.7% in November. The median wait was 69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11 more enquiries would have needed a faster callback to reach the 80.0% target. Email enquiries are the slowest: 60.0%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