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Grants</c:v>
                </c:pt>
                <c:pt idx="1">
                  <c:v>Donations</c:v>
                </c:pt>
                <c:pt idx="2">
                  <c:v>Fundraising events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10</c:v>
                </c:pt>
                <c:pt idx="1">
                  <c:v>17</c:v>
                </c:pt>
                <c:pt idx="2">
                  <c:v>42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8.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0"¢";[Red](0"¢")</c:formatCode>
                <c:ptCount val="15"/>
                <c:pt idx="0">
                  <c:v>24</c:v>
                </c:pt>
                <c:pt idx="1">
                  <c:v>20</c:v>
                </c:pt>
                <c:pt idx="2">
                  <c:v>22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10</c:v>
                </c:pt>
                <c:pt idx="13">
                  <c:v>10</c:v>
                </c:pt>
                <c:pt idx="14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0"¢";[Red](0"¢")</c:formatCode>
                <c:ptCount val="15"/>
                <c:pt idx="0">
                  <c:v>14</c:v>
                </c:pt>
                <c:pt idx="1">
                  <c:v>18</c:v>
                </c:pt>
                <c:pt idx="2">
                  <c:v>18</c:v>
                </c:pt>
                <c:pt idx="3">
                  <c:v>18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16</c:v>
                </c:pt>
                <c:pt idx="10">
                  <c:v>14</c:v>
                </c:pt>
                <c:pt idx="11">
                  <c:v>14</c:v>
                </c:pt>
                <c:pt idx="12">
                  <c:v>14</c:v>
                </c:pt>
                <c:pt idx="13">
                  <c:v>17</c:v>
                </c:pt>
                <c:pt idx="14">
                  <c:v>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Sheet1!$A$2:$A$4</c:f>
              <c:strCache>
                <c:ptCount val="3"/>
                <c:pt idx="0">
                  <c:v>Dec 24</c:v>
                </c:pt>
                <c:pt idx="1">
                  <c:v>Sep 25</c:v>
                </c:pt>
                <c:pt idx="2">
                  <c:v>Dec 25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42</c:v>
                </c:pt>
                <c:pt idx="1">
                  <c:v>41</c:v>
                </c:pt>
                <c:pt idx="2">
                  <c:v>42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December 2025. In short: Each dollar raised cost 14¢ in December, and 14¢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December · all fundraising: 14¢; Year to date (Jul to Dec 2025): 14¢. December cost 14¢ to raise each dollar, against 11¢ in November. Fundraising events raised $6,200 and cost $2,600. This financial year to date it has cost 14¢ a dollar.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December · Grants: 10¢; Year to date (Jul to Dec 2025): 11¢. Grants cost 11¢ to raise each dollar this financial year to date ($42,600 of grant writing and reporting for $390,886).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December · Donations: 17¢; Year to date (Jul to Dec 2025): 15¢. Donations cost 15¢ to raise each dollar this financial year to date ($16,300 of donor campaigns for $106,600).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December · Fundraising events: 42¢; Year to date (Jul to Dec 2025): 41¢. Fundraising events cost 41¢ to raise each dollar this financial year to date ($17,800 of event costs for $43,000).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In short: Each dollar raised cost 14¢ in December, and 14¢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December 2025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11¢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57962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6344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90880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December cost 14¢ to raise each dollar, against 11¢ in November. Fundraising events raised $6,200 and cost $2,600. This financial year to date it has cost 14¢ a dollar.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57962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6344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90880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10¢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11¢ to raise each dollar this financial year to date ($42,600 of grant writing and reporting for $390,886).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17¢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17¢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15¢ to raise each dollar this financial year to date ($16,300 of donor campaigns for $106,600).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42¢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none raised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