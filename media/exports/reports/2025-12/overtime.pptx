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0.0"%";[Red](0.0"%")</c:formatCode>
                <c:ptCount val="15"/>
                <c:pt idx="0">
                  <c:v>1.6</c:v>
                </c:pt>
                <c:pt idx="1">
                  <c:v>2.7</c:v>
                </c:pt>
                <c:pt idx="2">
                  <c:v>2.2</c:v>
                </c:pt>
                <c:pt idx="3">
                  <c:v>3.0</c:v>
                </c:pt>
                <c:pt idx="4">
                  <c:v>4.6</c:v>
                </c:pt>
                <c:pt idx="5">
                  <c:v>4.4</c:v>
                </c:pt>
                <c:pt idx="6">
                  <c:v>3.6</c:v>
                </c:pt>
                <c:pt idx="7">
                  <c:v>3.7</c:v>
                </c:pt>
                <c:pt idx="8">
                  <c:v>2.8</c:v>
                </c:pt>
                <c:pt idx="9">
                  <c:v>3.3</c:v>
                </c:pt>
                <c:pt idx="10">
                  <c:v>3.3</c:v>
                </c:pt>
                <c:pt idx="11">
                  <c:v>3.7</c:v>
                </c:pt>
                <c:pt idx="12">
                  <c:v>3.9</c:v>
                </c:pt>
                <c:pt idx="13">
                  <c:v>3.8</c:v>
                </c:pt>
                <c:pt idx="14">
                  <c:v>7.7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cat>
            <c:strRef>
              <c:f>Sheet1!$A$2:$A$5</c:f>
              <c:strCache>
                <c:ptCount val="4"/>
                <c:pt idx="0">
                  <c:v>Paperwork and quotes</c:v>
                </c:pt>
                <c:pt idx="1">
                  <c:v>Short-staffed</c:v>
                </c:pt>
                <c:pt idx="2">
                  <c:v>Installation ran over</c:v>
                </c:pt>
                <c:pt idx="3">
                  <c:v>After-hours call-out</c:v>
                </c:pt>
              </c:strCache>
            </c:strRef>
          </c:cat>
          <c:val>
            <c:numRef>
              <c:f>Sheet1!$B$2:$B$5</c:f>
              <c:numCache>
                <c:formatCode>#,##0;[Red](#,##0)</c:formatCode>
                <c:ptCount val="4"/>
                <c:pt idx="0">
                  <c:v>9.5</c:v>
                </c:pt>
                <c:pt idx="1">
                  <c:v>12.5</c:v>
                </c:pt>
                <c:pt idx="2">
                  <c:v>18.5</c:v>
                </c:pt>
                <c:pt idx="3">
                  <c:v>30.0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Technician T1</c:v>
                </c:pt>
                <c:pt idx="1">
                  <c:v>Technician T2</c:v>
                </c:pt>
                <c:pt idx="2">
                  <c:v>Technician T3</c:v>
                </c:pt>
                <c:pt idx="3">
                  <c:v>Technician T6</c:v>
                </c:pt>
                <c:pt idx="4">
                  <c:v>Technician T4</c:v>
                </c:pt>
                <c:pt idx="5">
                  <c:v>Technician T5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7.0</c:v>
                </c:pt>
                <c:pt idx="1">
                  <c:v>8.5</c:v>
                </c:pt>
                <c:pt idx="2">
                  <c:v>8.5</c:v>
                </c:pt>
                <c:pt idx="3">
                  <c:v>15.0</c:v>
                </c:pt>
                <c:pt idx="4">
                  <c:v>15.5</c:v>
                </c:pt>
                <c:pt idx="5">
                  <c:v>16.0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4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December 2025. In short: Overtime was 7.7% of ordinary hours in December (target under 5.0%), up from 2.2%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December: 7.7%; Overtime hours, December: 70.5 h; December last year: 2.2%. Technicians worked 70.5 h of overtime in December, 7.7% of ordinary hours (target under 5.0%), against 3.8% in November. Over the last year it has gone from 2.2% to 7.7%. After-hours call-out is the main reason: 30.0 h, 42.6% of the overtime. Technician T5 carried the most (16.0 h). Above target by 24.5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December 2025.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December 2025.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Overtime was 7.7% of ordinary hours in December (target under 5.0%), up from 2.2%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70.5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32.0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19.5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70.5 h of overtime in December, 7.7% of ordinary hours (target under 5.0%), against 3.8% in November. Over the last year it has gone from 2.2% to 7.7%.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After-hours call-out is the main reason: 30.0 h, 42.6% of the overtime. Technician T5 carried the most (16.0 h). Above target by 24.5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