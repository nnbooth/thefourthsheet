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6694</c:v>
                </c:pt>
                <c:pt idx="1">
                  <c:v>9198</c:v>
                </c:pt>
                <c:pt idx="2">
                  <c:v>20083</c:v>
                </c:pt>
                <c:pt idx="3">
                  <c:v>33952</c:v>
                </c:pt>
                <c:pt idx="4">
                  <c:v>51266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955.8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31100</c:v>
                </c:pt>
                <c:pt idx="4">
                  <c:v>31300</c:v>
                </c:pt>
                <c:pt idx="5">
                  <c:v>24200</c:v>
                </c:pt>
                <c:pt idx="6">
                  <c:v>26600</c:v>
                </c:pt>
                <c:pt idx="7">
                  <c:v>30900</c:v>
                </c:pt>
                <c:pt idx="8">
                  <c:v>24100</c:v>
                </c:pt>
                <c:pt idx="9">
                  <c:v>28100</c:v>
                </c:pt>
                <c:pt idx="10">
                  <c:v>26300</c:v>
                </c:pt>
                <c:pt idx="11">
                  <c:v>27700</c:v>
                </c:pt>
                <c:pt idx="12">
                  <c:v>26600</c:v>
                </c:pt>
                <c:pt idx="13">
                  <c:v>30000</c:v>
                </c:pt>
                <c:pt idx="14">
                  <c:v>29100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10400</c:v>
                </c:pt>
                <c:pt idx="1">
                  <c:v>13400</c:v>
                </c:pt>
                <c:pt idx="2">
                  <c:v>11900</c:v>
                </c:pt>
                <c:pt idx="3">
                  <c:v>12700</c:v>
                </c:pt>
                <c:pt idx="4">
                  <c:v>10500</c:v>
                </c:pt>
                <c:pt idx="5">
                  <c:v>12200</c:v>
                </c:pt>
                <c:pt idx="6">
                  <c:v>13500</c:v>
                </c:pt>
                <c:pt idx="7">
                  <c:v>13200</c:v>
                </c:pt>
                <c:pt idx="8">
                  <c:v>11900</c:v>
                </c:pt>
                <c:pt idx="9">
                  <c:v>10200</c:v>
                </c:pt>
                <c:pt idx="10">
                  <c:v>10600</c:v>
                </c:pt>
                <c:pt idx="11">
                  <c:v>12900</c:v>
                </c:pt>
                <c:pt idx="12">
                  <c:v>12300</c:v>
                </c:pt>
                <c:pt idx="13">
                  <c:v>11400</c:v>
                </c:pt>
                <c:pt idx="14">
                  <c:v>11400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December 2025. In short: Housing support (2025) costs $51,266 in full in December: $22,166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(2025) is the biggest program: $51,266 in December once its share of untied program costs and administration is added to $29,100 of grant spending. Shared costs add 76.2%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 (2025). Housing support (2025) cost $51,266 in full in December: $29,100 paid by the State Housing Program grant, and $22,166 of shared costs no grant covers. It has spent 100.0% of its budget to date, with $0 left and 0 months to go. The full cost is $51,266 a month; $22,166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$33,952 in full in December: $19,272 paid by the State Department of Families grant, and $14,680 of shared costs no grant covers. It has spent 98.6% of its budget to date, with $361,680 left and 18 months to go. The full cost is $33,952 a month; $14,680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relief. Emergency relief cost $20,083 in full in December: $11,400 paid by the Federal community grant grant, and $8,683 of shared costs no grant covers. It has spent 99.5% of its budget to date (spending before October 2024 taken at budget), with $1,500 left and 0 months to go. The full cost is $20,083 a month; $8,683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$9,198 in full in December: $5,221 paid by the Philanthropic foundation grant, and $3,977 of shared costs no grant covers. It has spent 99.8% of its budget to date, with $75,034 left and 15 months to go. The full cost is $9,198 a month; $3,977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$6,694 in full in December: $3,800 paid by the Local council community grant grant, and $2,894 of shared costs no grant covers. It has spent 95.4% of its budget to date, with $23,000 left and 6 months to go. The full cost is $6,694 a month; $2,894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Housing support (2025) costs $51,266 in full in December: $22,166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December 2025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21836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is the biggest program: $51,266 in December once its share of untied program costs and administration is added to $29,100 of grant spending. Shared costs add 76.2%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021836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 (2025)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cost $51,266 in full in December: $29,100 paid by the State Housing Program grant, and $22,166 of shared costs no grant covers. It has spent 100.0% of its budget to date, with $0 left and 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$51,266 a month; $22,166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$33,952 in full in December: $19,272 paid by the State Department of Families grant, and $14,680 of shared costs no grant covers. It has spent 98.6% of its budget to date, with $361,680 left and 18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$33,952 a month; $14,680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Emergency relief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Emergency relief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4457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cost $20,083 in full in December: $11,400 paid by the Federal community grant grant, and $8,683 of shared costs no grant covers. It has spent 99.5% of its budget to date (spending before October 2024 taken at budget), with $1,500 left and 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$20,083 a month; $8,683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$9,198 in full in December: $5,221 paid by the Philanthropic foundation grant, and $3,977 of shared costs no grant covers. It has spent 99.8% of its budget to date, with $75,034 left and 15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$9,198 a month; $3,977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$6,694 in full in December: $3,800 paid by the Local council community grant grant, and $2,894 of shared costs no grant covers. It has spent 95.4% of its budget to date, with $23,000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$6,694 a month; $2,894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