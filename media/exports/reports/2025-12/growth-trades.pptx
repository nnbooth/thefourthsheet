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December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December against December last year: (5.7%); Year to date (Jul to Dec 2025): $995,598; Gross margin, year to date: 43.9%. Revenue is $995,598 this financial year to date (Jul to Dec 2025). Maintenance contracts make the highest gross margin (63.8%); Installations the lowest (35.4%). The business needs 53.3% gross margin just to cover overheads. Installations: 35.4% gross margin, 0.4 points over the 35.0% target ($2,295 ahead on $617,100 this financial year to date). Maintenance contracts: 63.8% gross margin, 28.8 points over the 35.0% target ($66,849 ahead on $231,900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December against December last year: 45.0%; Year to date (Jul to Dec 2025): $231,900; Gross margin, year to date: 63.8%. Maintenance contracts brought in $231,900 this financial year to date, at a 63.8% gross margin (above the 43.9% overall). Maintenance contracts: 63.8% gross margin, 28.8 points over the 35.0% target ($66,849 ahead on $231,900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December against December last year: (24.7%); Year to date (Jul to Dec 2025): $617,100; Gross margin, year to date: 35.4%. Installations brought in $617,100 this financial year to date, at a 35.4% gross margin (below the 43.9% overall). Installations: 35.4% gross margin, 0.4 points over the 35.0% target ($2,295 ahead on $617,100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December against December last year: 14.4%; Year to date (Jul to Dec 2025): $146,598; Gross margin, year to date: 48.2%. Call-outs and repairs brought in $146,598 this financial year to date, at a 48.2% gross margin (above the 43.9% overall). Call-outs and repairs: 48.2% gross margin, 13.2 points over the 35.0% target ($19,337 ahead on $146,598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Dec 2025) against the same period last year · Trades. Same period last year: Not available: the data starts October 2024. From gross margin to profit: December's jobs made $65,657 gross margin (43.7%). Technician time not charged to jobs took $22,821 and overheads $57,350, leaving ($14,514) profit before tax ((9.7%) of revenue). To cover overheads, jobs need a 53.3%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(5.7%)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$150,283 against $159,406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$995,598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$436,940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$995,598 this financial year to date (Jul to Dec 2025). Maintenance contracts make the highest gross margin (63.8%); Installations the lowest (35.4%). The business needs 53.3%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35.4% gross margin, 0.4 points over the 35.0% target ($2,295 ahead on $617,100 this financial year to date). Maintenance contracts: 63.8% gross margin, 28.8 points over the 35.0% target ($66,849 ahead on $231,900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$40,100 against $27,650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$231,900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$148,014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$231,900 this financial year to date, at a 63.8% gross margin (above the 43.9%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63.8% gross margin, 28.8 points over the 35.0% target ($66,849 ahead on $231,900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(24.7%)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$78,100 against $103,700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$617,100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$218,280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$617,100 this financial year to date, at a 35.4% gross margin (below the 43.9%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35.4% gross margin, 0.4 points over the 35.0% target ($2,295 ahead on $617,100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against December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$32,083 against $28,056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$146,598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$70,646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$146,598 this financial year to date, at a 48.2% gross margin (above the 43.9%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48.2% gross margin, 13.2 points over the 35.0% target ($19,337 ahead on $146,598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Dec 2025)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December's jobs made $65,657 gross margin (43.7%). Technician time not charged to jobs took $22,821 and overheads $57,350, leaving ($14,514) profit before tax ((9.7%) of revenue). To cover overheads, jobs need a 53.3%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$231,900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$148,014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$617,100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$218,280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$146,598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$70,646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$995,598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$436,940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43.9%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