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  <c:pt idx="20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June 2026. In short: Grants cost 10¢ to raise each dollar in June; donations 14¢.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June it cost: Grants 10¢, donations 14¢ to raise each dollar. Cheapest to raise in June: grants (10¢ a dollar). Dearest: donations (14¢).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$770,082 raised this financial year to date (74.1% of everything raised), $85,200 to raise it, so $684,882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$225,900 raised this financial year to date (21.7% of everything raised), $32,800 to raise it, so $193,100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(4.1%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14¢; Raised, year to date $1,038,982.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Jun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Grants cost 10¢ to raise each dollar in June; donations 14¢.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June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June it cost: Grants 10¢, donations 14¢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June: grants (10¢ a dollar). Dearest: donations (14¢).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$770,082 raised this financial year to date (74.1% of everything raised), $85,200 to raise it, so $684,882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$225,900 raised this financial year to date (21.7% of everything raised), $32,800 to raise it, so $193,100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(4.1%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June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June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$1,038,982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Jun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$770,082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$684,882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$225,900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$193,100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