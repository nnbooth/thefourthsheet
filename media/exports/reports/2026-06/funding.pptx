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9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8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June 2026. In short: Grants cost 10¢ to raise each dollar in June;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June it cost: Grants 10¢, donations 14¢ to raise each dollar. 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$770,082 raised this financial year to date (74.1% of everything raised), $85,200 to raise it, so $684,882 left for programs: 11¢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$225,900 raised this financial year to date (21.7% of everything raised), $32,800 to raise it, so $193,100 left for programs: 15¢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$43,000 raised this financial year to date (4.1% of everything raised), $17,800 to raise it, so $25,200 left for programs: 41¢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chasing?: Cheapest to raise: Grants 10¢; Dearest to raise: Donations 14¢; Raised, year to date $1,038,982.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Jun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Grants cost 10¢ to raise each dollar in June; donations 14¢.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June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49961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2869692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June it cost: Grants 10¢, donations 14¢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869692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2924556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198876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June: grants (10¢ a dollar). Dearest: donations (14¢).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$770,082 raised this financial year to date (74.1% of everything raised), $85,200 to raise it, so $684,882 left for programs: 11¢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$225,900 raised this financial year to date (21.7% of everything raised), $32,800 to raise it, so $193,100 left for programs: 15¢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$43,000 raised this financial year to date (4.1% of everything raised), $17,800 to raise it, so $25,200 left for programs: 41¢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Cheapest to raise: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Dearest to raise: Donations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per $1 raised in June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188720"/>
            <a:ext cx="3606698" cy="173736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2618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Raised, year to 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6276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600" b="1">
                <a:solidFill>
                  <a:srgbClr val="2F7A5D"/>
                </a:solidFill>
                <a:latin typeface="Roboto"/>
              </a:rPr>
              <a:t>$1,038,982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254203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 to Jun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Jun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$770,082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$684,882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$225,900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$32,800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$193,100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15¢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$25,200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41¢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