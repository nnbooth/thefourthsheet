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June against June last year: 5.3%; Year to date (Jul to Jun 2026): $2,168,731; Gross margin, year to date: 44.2%. Revenue is $2,168,731 this financial year to date (Jul to Jun 2026). Maintenance contracts make the highest gross margin (63.9%); Installations the lowest (36.1%). The business needs 44.9% gross margin just to cover overheads. Installations: 36.1% gross margin, 1.1 points over the 35.0% target ($14,400 ahead on $1,351,800 this financial year to date). Maintenance contracts: 63.9% gross margin, 28.9 points over the 35.0% target ($141,011 ahead on $488,700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June against June last year: 27.0%; Year to date (Jul to Jun 2026): $488,700; Gross margin, year to date: 63.9%. Maintenance contracts brought in $488,700 this financial year to date, at a 63.9% gross margin (above the 44.2% overall). Maintenance contracts: 63.9% gross margin, 28.9 points over the 35.0% target ($141,011 ahead on $488,700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June against June last year: (8.5%); Year to date (Jul to Jun 2026): $1,351,800; Gross margin, year to date: 36.1%. Installations brought in $1,351,800 this financial year to date, at a 36.1% gross margin (below the 44.2% overall). Installations: 36.1% gross margin, 1.1 points over the 35.0% target ($14,400 ahead on $1,351,800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June against June last year: 51.0%; Year to date (Jul to Jun 2026): $328,231; Gross margin, year to date: 48.3%. Call-outs and repairs brought in $328,231 this financial year to date, at a 48.3% gross margin (above the 44.2% overall). Call-outs and repairs: 48.3% gross margin, 13.3 points over the 35.0% target ($43,510 ahead on $328,231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Jun 2026) against the same period last year · Trades. Same period last year: Not available: the data starts October 2024. From gross margin to profit: 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$193,032 against $183,265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$2,168,731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$957,977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$2,168,731 this financial year to date (Jul to Jun 2026). Maintenance contracts make the highest gross margin (63.9%); Installations the lowest (36.1%). The business needs 44.9%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($14,400 ahead on $1,351,800 this financial year to date). Maintenance contracts: 63.9% gross margin, 28.9 points over the 35.0% target ($141,011 ahead on $488,700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$35,720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$488,700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$312,056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$488,700 this financial year to date, at a 63.9% gross margin (above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($141,011 ahead on $488,700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$115,600 against $126,300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$1,351,800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$487,530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$1,351,800 this financial year to date, at a 36.1% gross margin (below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($14,400 ahead on $1,351,800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$32,082 against $21,245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$328,231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$158,391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$328,231 this financial year to date, at a 48.3% gross margin (above the 44.2%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48.3% gross margin, 13.3 points over the 35.0% target ($43,510 ahead on $328,231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Jun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June's jobs made $86,532 gross margin (44.8%). Technician time not charged to jobs took $27,397 and overheads $59,260, leaving ($125) profit before tax ((0.1%) of revenue). To cover overheads, jobs need a 44.9%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$312,056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$1,351,800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$487,530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$328,231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$158,391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$2,168,731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$957,977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