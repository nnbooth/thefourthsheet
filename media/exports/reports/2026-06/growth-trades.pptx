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191014</c:v>
                </c:pt>
                <c:pt idx="1">
                  <c:v>200124</c:v>
                </c:pt>
                <c:pt idx="2">
                  <c:v>159406</c:v>
                </c:pt>
                <c:pt idx="3">
                  <c:v>156794</c:v>
                </c:pt>
                <c:pt idx="4">
                  <c:v>179190</c:v>
                </c:pt>
                <c:pt idx="5">
                  <c:v>150465</c:v>
                </c:pt>
                <c:pt idx="6">
                  <c:v>138865</c:v>
                </c:pt>
                <c:pt idx="7">
                  <c:v>144649</c:v>
                </c:pt>
                <c:pt idx="8">
                  <c:v>183265</c:v>
                </c:pt>
                <c:pt idx="9">
                  <c:v>208588</c:v>
                </c:pt>
                <c:pt idx="10">
                  <c:v>155118</c:v>
                </c:pt>
                <c:pt idx="11">
                  <c:v>143077</c:v>
                </c:pt>
                <c:pt idx="12">
                  <c:v>143566</c:v>
                </c:pt>
                <c:pt idx="13">
                  <c:v>194966</c:v>
                </c:pt>
                <c:pt idx="14">
                  <c:v>150283</c:v>
                </c:pt>
                <c:pt idx="15">
                  <c:v>183306</c:v>
                </c:pt>
                <c:pt idx="16">
                  <c:v>218908</c:v>
                </c:pt>
                <c:pt idx="17">
                  <c:v>213578</c:v>
                </c:pt>
                <c:pt idx="18">
                  <c:v>183967</c:v>
                </c:pt>
                <c:pt idx="19">
                  <c:v>180342</c:v>
                </c:pt>
                <c:pt idx="20">
                  <c:v>193032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27650</c:v>
                </c:pt>
                <c:pt idx="1">
                  <c:v>27650</c:v>
                </c:pt>
                <c:pt idx="2">
                  <c:v>27650</c:v>
                </c:pt>
                <c:pt idx="3">
                  <c:v>27650</c:v>
                </c:pt>
                <c:pt idx="4">
                  <c:v>31300</c:v>
                </c:pt>
                <c:pt idx="5">
                  <c:v>31300</c:v>
                </c:pt>
                <c:pt idx="6">
                  <c:v>31300</c:v>
                </c:pt>
                <c:pt idx="7">
                  <c:v>31300</c:v>
                </c:pt>
                <c:pt idx="8">
                  <c:v>35720</c:v>
                </c:pt>
                <c:pt idx="9">
                  <c:v>37200</c:v>
                </c:pt>
                <c:pt idx="10">
                  <c:v>37200</c:v>
                </c:pt>
                <c:pt idx="11">
                  <c:v>37200</c:v>
                </c:pt>
                <c:pt idx="12">
                  <c:v>40100</c:v>
                </c:pt>
                <c:pt idx="13">
                  <c:v>40100</c:v>
                </c:pt>
                <c:pt idx="14">
                  <c:v>40100</c:v>
                </c:pt>
                <c:pt idx="15">
                  <c:v>40100</c:v>
                </c:pt>
                <c:pt idx="16">
                  <c:v>42000</c:v>
                </c:pt>
                <c:pt idx="17">
                  <c:v>42000</c:v>
                </c:pt>
                <c:pt idx="18">
                  <c:v>42000</c:v>
                </c:pt>
                <c:pt idx="19">
                  <c:v>45350</c:v>
                </c:pt>
                <c:pt idx="20">
                  <c:v>45350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141600</c:v>
                </c:pt>
                <c:pt idx="1">
                  <c:v>147100</c:v>
                </c:pt>
                <c:pt idx="2">
                  <c:v>103700</c:v>
                </c:pt>
                <c:pt idx="3">
                  <c:v>100100</c:v>
                </c:pt>
                <c:pt idx="4">
                  <c:v>118600</c:v>
                </c:pt>
                <c:pt idx="5">
                  <c:v>96400</c:v>
                </c:pt>
                <c:pt idx="6">
                  <c:v>83900</c:v>
                </c:pt>
                <c:pt idx="7">
                  <c:v>89900</c:v>
                </c:pt>
                <c:pt idx="8">
                  <c:v>126300</c:v>
                </c:pt>
                <c:pt idx="9">
                  <c:v>152100</c:v>
                </c:pt>
                <c:pt idx="10">
                  <c:v>96500</c:v>
                </c:pt>
                <c:pt idx="11">
                  <c:v>84200</c:v>
                </c:pt>
                <c:pt idx="12">
                  <c:v>79300</c:v>
                </c:pt>
                <c:pt idx="13">
                  <c:v>126900</c:v>
                </c:pt>
                <c:pt idx="14">
                  <c:v>78100</c:v>
                </c:pt>
                <c:pt idx="15">
                  <c:v>109100</c:v>
                </c:pt>
                <c:pt idx="16">
                  <c:v>144800</c:v>
                </c:pt>
                <c:pt idx="17">
                  <c:v>144900</c:v>
                </c:pt>
                <c:pt idx="18">
                  <c:v>116900</c:v>
                </c:pt>
                <c:pt idx="19">
                  <c:v>103400</c:v>
                </c:pt>
                <c:pt idx="20">
                  <c:v>115600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21764</c:v>
                </c:pt>
                <c:pt idx="1">
                  <c:v>25374</c:v>
                </c:pt>
                <c:pt idx="2">
                  <c:v>28056</c:v>
                </c:pt>
                <c:pt idx="3">
                  <c:v>29044</c:v>
                </c:pt>
                <c:pt idx="4">
                  <c:v>29290</c:v>
                </c:pt>
                <c:pt idx="5">
                  <c:v>22765</c:v>
                </c:pt>
                <c:pt idx="6">
                  <c:v>23665</c:v>
                </c:pt>
                <c:pt idx="7">
                  <c:v>23449</c:v>
                </c:pt>
                <c:pt idx="8">
                  <c:v>21245</c:v>
                </c:pt>
                <c:pt idx="9">
                  <c:v>19288</c:v>
                </c:pt>
                <c:pt idx="10">
                  <c:v>21418</c:v>
                </c:pt>
                <c:pt idx="11">
                  <c:v>21677</c:v>
                </c:pt>
                <c:pt idx="12">
                  <c:v>24166</c:v>
                </c:pt>
                <c:pt idx="13">
                  <c:v>27966</c:v>
                </c:pt>
                <c:pt idx="14">
                  <c:v>32083</c:v>
                </c:pt>
                <c:pt idx="15">
                  <c:v>34106</c:v>
                </c:pt>
                <c:pt idx="16">
                  <c:v>32108</c:v>
                </c:pt>
                <c:pt idx="17">
                  <c:v>26678</c:v>
                </c:pt>
                <c:pt idx="18">
                  <c:v>25067</c:v>
                </c:pt>
                <c:pt idx="19">
                  <c:v>31592</c:v>
                </c:pt>
                <c:pt idx="20">
                  <c:v>32082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June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June against June last year: 5.3%; Year to date (Jul to Jun 2026): $2,168,731; Gross margin, year to date: 44.2%. Revenue is $2,168,731 this financial year to date (Jul to Jun 2026). Maintenance contracts make the highest gross margin (63.9%); Installations the lowest (36.1%). The business needs 44.9% gross margin just to cover overheads. Installations: 36.1% gross margin, 1.1 points over the 35.0% target ($14,400 ahead on $1,351,800 this financial year to date). Maintenance contracts: 63.9% gross margin, 28.9 points over the 35.0% target ($141,011 ahead on $488,700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June against June last year: 27.0%; Year to date (Jul to Jun 2026): $488,700; Gross margin, year to date: 63.9%. Maintenance contracts brought in $488,700 this financial year to date, at a 63.9% gross margin (above the 44.2% overall). Maintenance contracts: 63.9% gross margin, 28.9 points over the 35.0% target ($141,011 ahead on $488,700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June against June last year: (8.5%); Year to date (Jul to Jun 2026): $1,351,800; Gross margin, year to date: 36.1%. Installations brought in $1,351,800 this financial year to date, at a 36.1% gross margin (below the 44.2% overall). Installations: 36.1% gross margin, 1.1 points over the 35.0% target ($14,400 ahead on $1,351,800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June against June last year: 51.0%; Year to date (Jul to Jun 2026): $328,231; Gross margin, year to date: 48.3%. Call-outs and repairs brought in $328,231 this financial year to date, at a 48.3% gross margin (above the 44.2% overall). Call-outs and repairs: 48.3% gross margin, 13.3 points over the 35.0% target ($43,510 ahead on $328,231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Jun 2026) against the same period last year · Trades. Same period last year: Not available: the data starts October 2024. From gross margin to profit: June's jobs made $86,532 gross margin (44.8%). Technician time not charged to jobs took $27,397 and overheads $59,260, leaving ($125) profit before tax ((0.1%) of revenue). To cover overheads, jobs need a 44.9%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$193,032 against $183,265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$2,168,731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$957,977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$2,168,731 this financial year to date (Jul to Jun 2026). Maintenance contracts make the highest gross margin (63.9%); Installations the lowest (36.1%). The business needs 44.9%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36.1% gross margin, 1.1 points over the 35.0% target ($14,400 ahead on $1,351,800 this financial year to date). Maintenance contracts: 63.9% gross margin, 28.9 points over the 35.0% target ($141,011 ahead on $488,700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27.0%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$45,350 against $35,720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$488,700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$312,056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$488,700 this financial year to date, at a 63.9% gross margin (above the 44.2%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63.9% gross margin, 28.9 points over the 35.0% target ($141,011 ahead on $488,700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(8.5%)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$115,600 against $126,300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$1,351,800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$487,530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$1,351,800 this financial year to date, at a 36.1% gross margin (below the 44.2%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36.1% gross margin, 1.1 points over the 35.0% target ($14,400 ahead on $1,351,800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51.0%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$32,082 against $21,245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$328,231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$158,391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$328,231 this financial year to date, at a 48.3% gross margin (above the 44.2%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48.3% gross margin, 13.3 points over the 35.0% target ($43,510 ahead on $328,231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Jun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June's jobs made $86,532 gross margin (44.8%). Technician time not charged to jobs took $27,397 and overheads $59,260, leaving ($125) profit before tax ((0.1%) of revenue). To cover overheads, jobs need a 44.9%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$488,700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$312,056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$1,351,800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$487,530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$328,231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$158,391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$2,168,731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$957,977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44.2%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