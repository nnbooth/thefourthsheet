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4717</c:v>
                </c:pt>
                <c:pt idx="1">
                  <c:v>6467</c:v>
                </c:pt>
                <c:pt idx="2">
                  <c:v>7544</c:v>
                </c:pt>
                <c:pt idx="3">
                  <c:v>17123</c:v>
                </c:pt>
                <c:pt idx="4">
                  <c:v>35596</c:v>
                </c:pt>
                <c:pt idx="5">
                  <c:v>52424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287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  <c:pt idx="18">
                  <c:v>3900</c:v>
                </c:pt>
                <c:pt idx="19">
                  <c:v>3500</c:v>
                </c:pt>
                <c:pt idx="20">
                  <c:v>3700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June 2026. In short: Housing support costs $52,424 in full in June: $22,430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$52,424 in June once its share of untied program costs and administration is added to $29,994 of grant spending. Shared costs add 74.8%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$52,424 in full in June: $29,994 paid by the State Housing Program grant, and $22,430 of shared costs no grant covers. It has spent 92.7% of its budget to date, with $193,097 left and 6 months to go. The full cost is $52,424 a month; $22,430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$35,596 in full in June: $20,366 paid by the State Department of Families grant, and $15,230 of shared costs no grant covers. It has spent 99.5% of its budget to date, with $241,274 left and 12 months to go. The full cost is $35,596 a month; $15,230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$17,123 in full in June: $9,797 paid by the Federal health program grant, and $7,326 of shared costs no grant covers. It has spent 94.4% of its budget to date, with $91,669 left and 9 months to go. The full cost is $17,123 a month; $7,326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$7,544 in full in June: $4,316 paid by the Philanthropic foundation grant, and $3,228 of shared costs no grant covers. It has spent 99.3% of its budget to date, with $45,313 left and 9 months to go. The full cost is $7,544 a month; $3,228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$6,467 in full in June: $3,700 paid by the Local council community grant grant, and $2,767 of shared costs no grant covers. It has spent 97.7% of its budget to date, with $1,000 left and 0 months to go. The full cost is $6,467 a month; $2,767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$4,717 in full in June: $2,699 paid by the State volunteering grant grant, and $2,018 of shared costs no grant covers. It has spent 98.6% of its budget to date, with $24,165 left and 8 months to go. The full cost is $4,717 a month; $2,018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Housing support costs $52,424 in full in June: $22,430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$52,424 in June once its share of untied program costs and administration is added to $29,994 of grant spending. Shared costs add 74.8%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$52,424 in full in June: $29,994 paid by the State Housing Program grant, and $22,430 of shared costs no grant covers. It has spent 92.7% of its budget to date, with $193,097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$52,424 a month; $22,430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$35,596 in full in June: $20,366 paid by the State Department of Families grant, and $15,230 of shared costs no grant covers. It has spent 99.5% of its budget to date, with $241,274 left and 12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$35,596 a month; $15,230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$17,123 in full in June: $9,797 paid by the Federal health program grant, and $7,326 of shared costs no grant covers. It has spent 94.4% of its budget to date, with $91,669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$17,123 a month; $7,326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$7,544 in full in June: $4,316 paid by the Philanthropic foundation grant, and $3,228 of shared costs no grant covers. It has spent 99.3% of its budget to date, with $45,313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$7,544 a month; $3,228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$6,467 in full in June: $3,700 paid by the Local council community grant grant, and $2,767 of shared costs no grant covers. It has spent 97.7% of its budget to date, with $1,000 left and 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$6,467 a month; $2,767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$4,717 in full in June: $2,699 paid by the State volunteering grant grant, and $2,018 of shared costs no grant covers. It has spent 98.6% of its budget to date, with $24,165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$4,717 a month; $2,018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