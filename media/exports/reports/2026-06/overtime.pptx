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Short-staffed</c:v>
                </c:pt>
                <c:pt idx="1">
                  <c:v>Paperwork and quotes</c:v>
                </c:pt>
                <c:pt idx="2">
                  <c:v>After-hours call-out</c:v>
                </c:pt>
                <c:pt idx="3">
                  <c:v>Installation ran over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4.0</c:v>
                </c:pt>
                <c:pt idx="1">
                  <c:v>9.0</c:v>
                </c:pt>
                <c:pt idx="2">
                  <c:v>21.5</c:v>
                </c:pt>
                <c:pt idx="3">
                  <c:v>46.5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474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T3</c:v>
                </c:pt>
                <c:pt idx="1">
                  <c:v>Technician T7</c:v>
                </c:pt>
                <c:pt idx="2">
                  <c:v>Technician T2</c:v>
                </c:pt>
                <c:pt idx="3">
                  <c:v>Technician T4</c:v>
                </c:pt>
                <c:pt idx="4">
                  <c:v>Technician T6</c:v>
                </c:pt>
                <c:pt idx="5">
                  <c:v>Technician T5</c:v>
                </c:pt>
                <c:pt idx="6">
                  <c:v>Technician T1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4.5</c:v>
                </c:pt>
                <c:pt idx="1">
                  <c:v>6.0</c:v>
                </c:pt>
                <c:pt idx="2">
                  <c:v>8.0</c:v>
                </c:pt>
                <c:pt idx="3">
                  <c:v>13.5</c:v>
                </c:pt>
                <c:pt idx="4">
                  <c:v>13.5</c:v>
                </c:pt>
                <c:pt idx="5">
                  <c:v>17.5</c:v>
                </c:pt>
                <c:pt idx="6">
                  <c:v>18.0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June 2026. In short: Overtime was 7.2% of ordinary hours in June (target under 5.0%), up from 2.8%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June: 7.2%; Overtime hours, June: 81.0 h; June last year: 2.8%. Technicians worked 81.0 h of overtime in June, 7.2% of ordinary hours (target under 5.0%), against 6.7% in May. Over the last year it has gone from 2.8% to 7.2%. Installation ran over is the main reason: 46.5 h, 57.4% of the overtime. Technician T1 carried the most (18.0 h). Above target by 24.8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June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June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Overtime was 7.2% of ordinary hours in June (target under 5.0%), up from 2.8%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68.0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26.5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81.0 h of overtime in June, 7.2% of ordinary hours (target under 5.0%), against 6.7% in May. Over the last year it has gone from 2.8% to 7.2%.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 ran over is the main reason: 46.5 h, 57.4% of the overtime. Technician T1 carried the most (18.0 h). Above target by 24.8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