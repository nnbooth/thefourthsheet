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Within 2 working hours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Sheet1!$A$2:$A$22</c:f>
              <c:strCache>
                <c:ptCount val="21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</c:strCache>
            </c:strRef>
          </c:cat>
          <c:val>
            <c:numRef>
              <c:f>Sheet1!$B$2:$B$22</c:f>
              <c:numCache>
                <c:formatCode>0.0"%";[Red](0.0"%")</c:formatCode>
                <c:ptCount val="21"/>
                <c:pt idx="0">
                  <c:v>86.5</c:v>
                </c:pt>
                <c:pt idx="1">
                  <c:v>85.3</c:v>
                </c:pt>
                <c:pt idx="2">
                  <c:v>82.6</c:v>
                </c:pt>
                <c:pt idx="3">
                  <c:v>79.5</c:v>
                </c:pt>
                <c:pt idx="4">
                  <c:v>74.2</c:v>
                </c:pt>
                <c:pt idx="5">
                  <c:v>72.9</c:v>
                </c:pt>
                <c:pt idx="6">
                  <c:v>71.1</c:v>
                </c:pt>
                <c:pt idx="7">
                  <c:v>74.0</c:v>
                </c:pt>
                <c:pt idx="8">
                  <c:v>68.1</c:v>
                </c:pt>
                <c:pt idx="9">
                  <c:v>66.7</c:v>
                </c:pt>
                <c:pt idx="10">
                  <c:v>66.3</c:v>
                </c:pt>
                <c:pt idx="11">
                  <c:v>69.7</c:v>
                </c:pt>
                <c:pt idx="12">
                  <c:v>67.0</c:v>
                </c:pt>
                <c:pt idx="13">
                  <c:v>66.7</c:v>
                </c:pt>
                <c:pt idx="14">
                  <c:v>70.6</c:v>
                </c:pt>
                <c:pt idx="15">
                  <c:v>67.0</c:v>
                </c:pt>
                <c:pt idx="16">
                  <c:v>61.6</c:v>
                </c:pt>
                <c:pt idx="17">
                  <c:v>65.3</c:v>
                </c:pt>
                <c:pt idx="18">
                  <c:v>58.9</c:v>
                </c:pt>
                <c:pt idx="19">
                  <c:v>58.2</c:v>
                </c:pt>
                <c:pt idx="20">
                  <c:v>56.1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Called back within 2 working hours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cat>
            <c:strRef>
              <c:f>Sheet1!$A$2:$A$4</c:f>
              <c:strCache>
                <c:ptCount val="3"/>
                <c:pt idx="0">
                  <c:v>Phone</c:v>
                </c:pt>
                <c:pt idx="1">
                  <c:v>Web form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53.0</c:v>
                </c:pt>
                <c:pt idx="1">
                  <c:v>59.4</c:v>
                </c:pt>
                <c:pt idx="2">
                  <c:v>62.5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Sample Electrical &amp; Air Pty Ltd. Period: June 2026. In short: 56.1% called back within 2 working hours in June (target 80.0%); median wait 99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long do customers wait for a callback?. Called back within 2 working hours, June: 56.1%; Median wait, June: 99 min; Enquiries, June: 114. 56.1% of the 114 enquiries called back in June heard back within 2 working hours (target 80.0%), down from 58.2% in May. The median wait was 99 working minutes. 27 more enquiries would have needed a faster callback to reach the 80.0% target. Phone enquiries are the slowest: 53.0% within 2 working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Called back within 2 working hours, by channel, June 2026. Target 80.0%.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June 2026. In short: 56.1% called back within 2 working hours in June (target 80.0%); median wait 99 working minutes. Every customer enquiry (phone, web form, email) and how long until someone first called back, in working minutes. Every call-out job has the enquiry that booked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How long do customers wait for a callback?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Callbacks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Called back within 2 working hours, June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56.1%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80.0% · May 58.2%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wait, June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99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91 min (working minutes)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Enquiries, June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May 110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56.1% of the 114 enquiries called back in June heard back within 2 working hours (target 80.0%), down from 58.2% in May. The median wait was 99 working minutes.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27 more enquiries would have needed a faster callback to reach the 80.0% target. Phone enquiries are the slowest: 53.0% within 2 working hours.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Called back within 2 working hours, by channel, June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How long do customers wait for a callback?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Target 80.0%.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528067" y="1414470"/>
            <a:ext cx="0" cy="398446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430787" y="5398937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80.0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99632"/>
            <a:ext cx="54864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Grey = below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callbacks.pptx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