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  <c:pt idx="18">
                  <c:v>88665</c:v>
                </c:pt>
                <c:pt idx="19">
                  <c:v>84920</c:v>
                </c:pt>
                <c:pt idx="20">
                  <c:v>127580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  <c:pt idx="18">
                  <c:v>51865</c:v>
                </c:pt>
                <c:pt idx="19">
                  <c:v>48120</c:v>
                </c:pt>
                <c:pt idx="20">
                  <c:v>84880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  <c:pt idx="19">
                  <c:v>31100</c:v>
                </c:pt>
                <c:pt idx="20">
                  <c:v>35700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  <c:pt idx="18">
                  <c:v>5700</c:v>
                </c:pt>
                <c:pt idx="19">
                  <c:v>5700</c:v>
                </c:pt>
                <c:pt idx="20">
                  <c:v>7000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June against June last year: 28.8%; Year to date (Jul to Jun 2026): $1,111,490; Gross margin, year to date: 67.0%. Revenue is $1,111,490 this financial year to date (Jul to Jun 2026). Training makes the highest gross margin (76.7%); Projects the lowest (65.0%). The business needs 56.9% gross margin just to cover overheads. Projects: 65.0% gross margin, 25.0 points over the 40.0% target ($174,174 ahead on $696,290 this financial year to date). Training: 76.7% gross margin, 36.7 points over the 40.0% target ($33,120 ahead on $90,200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June against June last year: 20.0%; Year to date (Jul to Jun 2026): $696,290; Gross margin, year to date: 65.0%. Projects brought in $696,290 this financial year to date, at a 65.0% gross margin (below the 67.0% overall). Projects: 65.0% gross margin, 25.0 points over the 40.0% target ($174,174 ahead on $696,290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June against June last year: 48.8%; Year to date (Jul to Jun 2026): $325,000; Gross margin, year to date: 68.5%. Retainers brought in $325,000 this financial year to date, at a 68.5% gross margin (above the 67.0% overall). Retainers: 68.5% gross margin, 28.5 points over the 40.0% target ($92,520 ahead on $325,000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June against June last year: 62.8%; Year to date (Jul to Jun 2026): $90,200; Gross margin, year to date: 76.7%. Training brought in $90,200 this financial year to date, at a 76.7% gross margin (above the 67.0% overall). Training: 76.7% gross margin, 36.7 points over the 40.0% target ($33,120 ahead on $90,200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Jun 2026) against the same period last year · Services. Same period last year: Not available: the data starts October 2024. From gross margin to profit: June's client work made $81,520 gross margin (63.9%). Consultant time not charged to client work took $20,532 and overheads $52,050, leaving $8,938 profit before tax (7.0% of revenue). To cover overheads, client work needs a 56.9%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$127,580 against $99,060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$1,111,490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$744,410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$1,111,490 this financial year to date (Jul to Jun 2026). Training makes the highest gross margin (76.7%); Projects the lowest (65.0%). The business needs 56.9%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($174,174 ahead on $696,290 this financial year to date). Training: 76.7% gross margin, 36.7 points over the 40.0% target ($33,120 ahead on $90,200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$84,880 against $70,760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$696,290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$452,690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$696,290 this financial year to date, at a 65.0% gross margin (below the 67.0%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65.0% gross margin, 25.0 points over the 40.0% target ($174,174 ahead on $696,290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$35,700 against $24,000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$325,000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$222,520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$325,000 this financial year to date, at a 68.5% gross margin (above the 67.0%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68.5% gross margin, 28.5 points over the 40.0% target ($92,520 ahead on $325,000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against June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$7,000 against $4,300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Jun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$90,200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76.7%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$69,200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$90,200 this financial year to date, at a 76.7% gross margin (above the 67.0%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76.7% gross margin, 36.7 points over the 40.0% target ($33,120 ahead on $90,200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Jun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June's client work made $81,520 gross margin (63.9%). Consultant time not charged to client work took $20,532 and overheads $52,050, leaving $8,938 profit before tax (7.0% of revenue). To cover overheads, client work needs a 56.9%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$696,290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$452,690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$325,000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$222,520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$1,111,490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$744,410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