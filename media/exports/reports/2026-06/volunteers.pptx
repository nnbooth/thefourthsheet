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Housing support</c:v>
                </c:pt>
                <c:pt idx="3">
                  <c:v>Mental health first aid</c:v>
                </c:pt>
                <c:pt idx="4">
                  <c:v>Community meals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71.0</c:v>
                </c:pt>
                <c:pt idx="1">
                  <c:v>132.5</c:v>
                </c:pt>
                <c:pt idx="2">
                  <c:v>137.5</c:v>
                </c:pt>
                <c:pt idx="3">
                  <c:v>166.5</c:v>
                </c:pt>
                <c:pt idx="4">
                  <c:v>184.0</c:v>
                </c:pt>
                <c:pt idx="5">
                  <c:v>187.0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5.04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#,##0;[Red](#,##0)</c:formatCode>
                <c:ptCount val="21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  <c:pt idx="20">
                  <c:v>878.5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June 2026. In short: 878.5 h of volunteer time in June, from 60 volunteers; most went to Youth outreach.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June: 878.5 h; Volunteers who did a shift, June: 60; Hours per volunteer, June: 14.6 h; June last year: 568.0 h. 60 volunteers gave 878.5 h in June, against 830.5 h in May. Youth outreach drew the most (187.0 h, 21.3%). Volunteer coordinator had the fewest volunteer hours (71.0 h). Hours are up 54.7% on June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878.5 h of volunteer time in June, from 60 volunteers; most went to Youth outreach.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878.5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830.5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14.6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568.0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40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60 volunteers gave 878.5 h in June, against 830.5 h in May. Youth outreach drew the most (187.0 h, 21.3%).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(71.0 h). Hours are up 54.7% on June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