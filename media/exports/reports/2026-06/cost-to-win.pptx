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  <c:pt idx="18">
                  <c:v>240</c:v>
                </c:pt>
                <c:pt idx="19">
                  <c:v>233</c:v>
                </c:pt>
                <c:pt idx="20">
                  <c:v>215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June 2026. In short: $215 per new customer in June: 39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June 2026: $215; June last year: $263; Year to date (Jul to Jun 2026): $228. 39 new customers came from $8,400 of marketing in June, against 36 from $8,400 in May: $215 each, down from $233. 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In short: $215 per new customer in June: 39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$233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32 new customers from $8,400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39 new customers came from $8,400 of marketing in June, against 36 from $8,400 in May: $215 each, down from $233.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