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10</c:v>
                </c:pt>
                <c:pt idx="1">
                  <c:v>14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999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0"¢";[Red](0"¢")</c:formatCode>
                <c:ptCount val="21"/>
                <c:pt idx="0">
                  <c:v>24</c:v>
                </c:pt>
                <c:pt idx="1">
                  <c:v>20</c:v>
                </c:pt>
                <c:pt idx="2">
                  <c:v>22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11</c:v>
                </c:pt>
                <c:pt idx="7">
                  <c:v>11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11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12</c:v>
                </c:pt>
                <c:pt idx="16">
                  <c:v>13</c:v>
                </c:pt>
                <c:pt idx="17">
                  <c:v>13</c:v>
                </c:pt>
                <c:pt idx="18">
                  <c:v>11</c:v>
                </c:pt>
                <c:pt idx="19">
                  <c:v>10</c:v>
                </c:pt>
                <c:pt idx="20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0"¢";[Red](0"¢")</c:formatCode>
                <c:ptCount val="21"/>
                <c:pt idx="0">
                  <c:v>14</c:v>
                </c:pt>
                <c:pt idx="1">
                  <c:v>18</c:v>
                </c:pt>
                <c:pt idx="2">
                  <c:v>18</c:v>
                </c:pt>
                <c:pt idx="3">
                  <c:v>18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  <c:pt idx="9">
                  <c:v>16</c:v>
                </c:pt>
                <c:pt idx="10">
                  <c:v>14</c:v>
                </c:pt>
                <c:pt idx="11">
                  <c:v>14</c:v>
                </c:pt>
                <c:pt idx="12">
                  <c:v>14</c:v>
                </c:pt>
                <c:pt idx="13">
                  <c:v>17</c:v>
                </c:pt>
                <c:pt idx="14">
                  <c:v>17</c:v>
                </c:pt>
                <c:pt idx="15">
                  <c:v>17</c:v>
                </c:pt>
                <c:pt idx="16">
                  <c:v>13</c:v>
                </c:pt>
                <c:pt idx="17">
                  <c:v>13</c:v>
                </c:pt>
                <c:pt idx="18">
                  <c:v>13</c:v>
                </c:pt>
                <c:pt idx="19">
                  <c:v>13</c:v>
                </c:pt>
                <c:pt idx="20">
                  <c:v>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Sheet1!$A$2:$A$4</c:f>
              <c:strCache>
                <c:ptCount val="3"/>
                <c:pt idx="0">
                  <c:v>Dec 24</c:v>
                </c:pt>
                <c:pt idx="1">
                  <c:v>Sep 25</c:v>
                </c:pt>
                <c:pt idx="2">
                  <c:v>Dec 25</c:v>
                </c:pt>
              </c:strCache>
            </c:strRef>
          </c:cat>
          <c:val>
            <c:numRef>
              <c:f>Sheet1!$B$2:$B$4</c:f>
              <c:numCache>
                <c:formatCode>0"¢";[Red](0"¢")</c:formatCode>
                <c:ptCount val="3"/>
                <c:pt idx="0">
                  <c:v>42</c:v>
                </c:pt>
                <c:pt idx="1">
                  <c:v>41</c:v>
                </c:pt>
                <c:pt idx="2">
                  <c:v>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1"/>
        <c:noMultiLvlLbl val="0"/>
      </c:catAx>
      <c:valAx>
        <c:axId val="-2100718248"/>
        <c:scaling>
          <c:orientation val="minMax"/>
          <c:max val="5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raise a dollar?. Sample Community Services Ltd. Period: June 2026. In short: Each dollar raised cost 11¢ in June, and 13¢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fundraising. June · all fundraising: 11¢; Year to date (Jul to Jun 2026): 13¢. June cost 11¢ to raise each dollar, against 10¢ in May. This financial year to date it has cost 13¢ a dollar. The year-to-date figure is steadier than single months: events make some months jump. Pick a source above to see which one moves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June · Grants: 10¢; Year to date (Jul to Jun 2026): 11¢. Grants cost 11¢ to raise each dollar this financial year to date ($85,200 of grant writing and reporting for $770,082). Usually the cheapest money to raise, as long as the time that goes into applications and acquittals is protected.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June · Donations: 14¢; Year to date (Jul to Jun 2026): 15¢. Donations cost 15¢ to raise each dollar this financial year to date ($32,800 of donor campaigns for $225,900). Steady and cheap, and untied: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June · Fundraising events: –; Year to date (Jul to Jun 2026): 41¢. Fundraising events cost 41¢ to raise each dollar this financial year to date ($17,800 of event costs for $43,000). Usually the dearest money to raise: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raise a dollar?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June 2026. In short: Each dollar raised cost 11¢ in June, and 13¢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fundraising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June 2026 (cents)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· all fundraising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May 10¢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Jun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195572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24756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June cost 11¢ to raise each dollar, against 10¢ in May. This financial year to date it has cost 13¢ a dollar.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195572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4524756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year-to-date figure is steadier than single months: events make some months jump. Pick a source above to see which one moves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Grants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·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May 10¢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Jun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 cost 11¢ to raise each dollar this financial year to date ($85,200 of grant writing and reporting for $770,082).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cheapest money to raise, as long as the time that goes into applications and acquittals is protected.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Donations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· Donations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May 13¢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Jun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 cost 15¢ to raise each dollar this financial year to date ($32,800 of donor campaigns for $225,900).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Steady and cheap, and untied: the money that builds reserves.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Fundraising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· Fundraising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May none raised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Jun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 cost 41¢ to raise each dollar this financial year to date ($17,800 of event costs for $43,000).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dearest money to raise: events are worth counting for what else they bring too (new donors, profile).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