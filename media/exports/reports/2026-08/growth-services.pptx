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  <c:pt idx="19">
                  <c:v>84920</c:v>
                </c:pt>
                <c:pt idx="20">
                  <c:v>127580</c:v>
                </c:pt>
                <c:pt idx="21">
                  <c:v>133455</c:v>
                </c:pt>
                <c:pt idx="22">
                  <c:v>126500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  <c:pt idx="19">
                  <c:v>48120</c:v>
                </c:pt>
                <c:pt idx="20">
                  <c:v>84880</c:v>
                </c:pt>
                <c:pt idx="21">
                  <c:v>88055</c:v>
                </c:pt>
                <c:pt idx="22">
                  <c:v>83800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31100</c:v>
                </c:pt>
                <c:pt idx="20">
                  <c:v>35700</c:v>
                </c:pt>
                <c:pt idx="21">
                  <c:v>35700</c:v>
                </c:pt>
                <c:pt idx="22">
                  <c:v>35700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  <c:pt idx="19">
                  <c:v>5700</c:v>
                </c:pt>
                <c:pt idx="20">
                  <c:v>7000</c:v>
                </c:pt>
                <c:pt idx="21">
                  <c:v>9700</c:v>
                </c:pt>
                <c:pt idx="22">
                  <c:v>7000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August against August last year: 86.7%; Year to date against the same period last year: 59.9%; Gross margin, year to date: 63.7%. Revenue is 59.9% up on the same period last year, year to date ($259,955 against $162,550). Training makes the highest gross margin (71.3%); Projects the lowest (62.9%). The business needs 54.3% gross margin just to cover overheads. Projects: 62.9% gross margin, 22.9 points over the 40.0% target ($39,353 ahead on $171,855 this financial year to date). Training: 71.3% gross margin, 31.3 points over the 40.0% target ($5,220 ahead on $16,700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August against August last year: 95.6%; Year to date against the same period last year: 50.7%; Gross margin, year to date: 62.9%. Projects brought in $171,855 this financial year to date, 50.7% on the same period last year (slower than the business as a whole, 59.9%), at a 62.9% gross margin (below the 63.7% overall). Projects: 62.9% gross margin, 22.9 points over the 40.0% target ($39,353 ahead on $171,855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August against August last year: 99.4%; Year to date against the same period last year: 99.4%; Gross margin, year to date: 63.9%. Retainers brought in $71,400 this financial year to date, 99.4% on the same period last year (faster than the business as a whole, 59.9%), at a 63.9% gross margin (above the 63.7% overall). Retainers: 63.9% gross margin, 23.9 points over the 40.0% target ($17,100 ahead on $71,400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August against August last year: 0.0%; Year to date against the same period last year: 31.5%; Gross margin, year to date: 71.3%. Training brought in $16,700 this financial year to date, 31.5% on the same period last year (slower than the business as a whole, 59.9%), at a 71.3% gross margin (above the 63.7% overall). Training: 71.3% gross margin, 31.3 points over the 40.0% target ($5,220 ahead on $16,700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Aug 2026) against the same period last year · Services. From gross margin to profit: August's client work made $79,880 gross margin (63.1%). Consultant time not charged to client work took $15,000 and overheads $53,650, leaving $11,230 profit before tax (8.9% of revenue). To cover overheads, client work needs a 54.3%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$126,500 against $67,745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$259,955 against $162,550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$165,655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59.9% up on the same period last year, year to date ($259,955 against $162,550). Training makes the highest gross margin (71.3%); Projects the lowest (62.9%). The business needs 54.3%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62.9% gross margin, 22.9 points over the 40.0% target ($39,353 ahead on $171,855 this financial year to date). Training: 71.3% gross margin, 31.3 points over the 40.0% target ($5,220 ahead on $16,700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$83,800 against $42,845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$171,855 against $114,050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$108,095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$171,855 this financial year to date, 50.7% on the same period last year (slower than the business as a whole, 59.9%), at a 62.9% gross margin (below the 63.7%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62.9% gross margin, 22.9 points over the 40.0% target ($39,353 ahead on $171,855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$35,700 against $17,900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$71,400 against $35,800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$45,660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$71,400 this financial year to date, 99.4% on the same period last year (faster than the business as a whole, 59.9%), at a 63.9% gross margin (above the 63.7%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63.9% gross margin, 23.9 points over the 40.0% target ($17,100 ahead on $71,400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$7,000 against $7,000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31.5%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$16,700 against $12,700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$11,900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$16,700 this financial year to date, 31.5% on the same period last year (slower than the business as a whole, 59.9%), at a 71.3% gross margin (above the 63.7%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71.3% gross margin, 31.3 points over the 40.0% target ($5,220 ahead on $16,700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Aug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August's client work made $79,880 gross margin (63.1%). Consultant time not charged to client work took $15,000 and overheads $53,650, leaving $11,230 profit before tax (8.9% of revenue). To cover overheads, client work needs a 54.3%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$171,855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$108,095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99.4%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$45,660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$259,955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$162,550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59.9%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$165,655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63.7%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