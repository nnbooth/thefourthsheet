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7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  <c:pt idx="21">
                  <c:v>72618</c:v>
                </c:pt>
                <c:pt idx="22">
                  <c:v>73700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  <c:pt idx="20">
                  <c:v>40100</c:v>
                </c:pt>
                <c:pt idx="21">
                  <c:v>14300</c:v>
                </c:pt>
                <c:pt idx="22">
                  <c:v>18400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August 2026. In short: Grants cost 10¢ to raise each dollar in August; donations 12¢.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August it cost: Grants 10¢, donations 12¢ to raise each dollar. Cheapest to raise in August: grants (10¢ a dollar). Dearest: donations (12¢).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$146,318 raised this financial year to date (81.7% of everything raised), $14,200 to raise it, so $132,118 left for programs: 10¢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$32,700 raised this financial year to date (18.3% of everything raised), $4,400 to raise it, so $28,300 left for programs: 13¢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$0 raised this financial year to date (0.0% of everything raised), $2,400 to raise it, so ($2,400) left for programs: –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12¢; Raised, year to date $179,018.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Aug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Grants cost 10¢ to raise each dollar in August; donations 12¢.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August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August it cost: Grants 10¢, donations 12¢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August: grants (10¢ a dollar). Dearest: donations (12¢).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$146,318 raised this financial year to date (81.7% of everything raised), $14,200 to raise it, so $132,118 left for programs: 10¢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$32,700 raised this financial year to date (18.3% of everything raised), $4,400 to raise it, so $28,300 left for programs: 13¢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$0 raised this financial year to date (0.0% of everything raised), $2,400 to raise it, so ($2,400) left for programs: –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August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August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$179,018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Aug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Aug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$146,318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$132,118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($2,400)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