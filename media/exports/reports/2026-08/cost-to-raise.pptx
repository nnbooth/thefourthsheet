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0"¢";[Red](0"¢")</c:formatCode>
                <c:ptCount val="23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0"¢";[Red](0"¢")</c:formatCode>
                <c:ptCount val="23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  <c:pt idx="22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August 2026. In short: Each dollar raised cost 13¢ in August, and 12¢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August · all fundraising: 13¢; Year to date (Jul to Aug 2026): 12¢. August cost 13¢ to raise each dollar, against 11¢ in July. This financial year to date it has cost 12¢ a dollar, against 12¢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August · Grants: 10¢; Year to date (Jul to Aug 2026): 10¢. Grants cost 10¢ to raise each dollar this financial year to date ($14,200 of grant writing and reporting for $146,318),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August · Donations: 12¢; Year to date (Jul to Aug 2026): 13¢. Donations cost 13¢ to raise each dollar this financial year to date ($4,400 of donor campaigns for $32,700), against 15¢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August · Fundraising events: –; Year to date (Jul to Aug 2026): –. Fundraising events cost – to raise each dollar this financial year to date ($2,400 of event costs for $0).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Each dollar raised cost 13¢ in August, and 12¢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August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August cost 13¢ to raise each dollar, against 11¢ in July. This financial year to date it has cost 12¢ a dollar,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($14,200 of grant writing and reporting for $146,318),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15¢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15¢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13¢ to raise each dollar this financial year to date ($4,400 of donor campaigns for $32,700), against 15¢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–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– to raise each dollar this financial year to date ($2,400 of event costs for $0).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