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Sample Community Services Ltd. Period: August 2026. In short: A ($23,750) deficit in August, 1.9 months of runway, and 2 grants ending within 6 months. A one-page board summary for August 2026: the result, the money, the risks, and the decisions to make. The full statements are in the downloads.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the board need to see?. Surplus, August: ($23,750); Surplus (deficit), year to date: ($49,170); Unrestricted cash runway: 1.9 months; Cost to raise a dollar, August: 13¢.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A ($23,750) deficit in August, 1.9 months of runway, and 2 grants ending within 6 months. A one-page board summary for August 2026: the result, the money, the risks, and the decisions to make. The full statements are in the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the board need to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the board need to see?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Surplus, August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($23,750)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($25,420)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0833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Surplus (deficit), year to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($49,170)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Aug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47307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Unrestricted cash runway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1.9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 3.0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6621" y="960120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223781" y="1033272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raise a dollar, August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81" y="1399032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64792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11¢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86000"/>
            <a:ext cx="5501487" cy="1889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THE BOARD SHOULD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Unrestricted cash covers 1.9 months of spending, against a 3.0 months reserves target.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2 grants end within 6 months with $151,500 still to spend. Housing support: $133,500 left in 4 months ($33,375 a month needed, against $30,500 spent in August).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• Fundraising cost 13¢ per dollar in August: grants the cheapest (10¢), donations the dearest (12¢).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2286000"/>
            <a:ext cx="5501487" cy="1889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DECISIONS TO MAKE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615184"/>
            <a:ext cx="5227167" cy="1524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1. Housing support: lift spending to $33,375 a month, or ask State Housing Program about carrying the balance over.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2. Reserves: how much of each month's surplus goes to reserves, and by when the target is reached.</a:t>
            </a:r>
          </a:p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3. Fundraising: where the next spare hours go, given what each source costs to raise.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312920"/>
            <a:ext cx="112772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GRANTS · AGAINST BUDGET: RED WHEN SPENDING IS MORE THAN 1% OVER BUDGET TO DATE, GREEN MORE THAN 1% UNDER, AMBER WITHIN 1%.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4587240"/>
          <a:ext cx="11277295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Program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Spent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Budget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Against budget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Still to spend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Roboto"/>
                        </a:rPr>
                        <a:t>Months left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Housing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$226,500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$133,500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Volunteer coordinator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100.0%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Digital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8A6D3B"/>
                          </a:solidFill>
                          <a:latin typeface="Roboto"/>
                        </a:rPr>
                        <a:t>99.5%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$35,300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Mental health first 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$46,400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$50,000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92.8%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$73,600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Youth outreach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$283,500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B42318"/>
                          </a:solidFill>
                          <a:latin typeface="Roboto"/>
                        </a:rPr>
                        <a:t>101.3%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$196,500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Community meals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 b="1">
                          <a:solidFill>
                            <a:srgbClr val="2F7A5D"/>
                          </a:solidFill>
                          <a:latin typeface="Roboto"/>
                        </a:rPr>
                        <a:t>96.3%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$40,300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0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board.pptx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