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Mental health first aid</c:v>
                </c:pt>
                <c:pt idx="1">
                  <c:v>Youth outreach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Digital literacy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78.8</c:v>
                </c:pt>
                <c:pt idx="1">
                  <c:v>83.5</c:v>
                </c:pt>
                <c:pt idx="2">
                  <c:v>85.7</c:v>
                </c:pt>
                <c:pt idx="3">
                  <c:v>86.7</c:v>
                </c:pt>
                <c:pt idx="4">
                  <c:v>90.2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72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#,##0;[Red](#,##0)</c:formatCode>
                <c:ptCount val="23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  <c:pt idx="20">
                  <c:v>490</c:v>
                </c:pt>
                <c:pt idx="21">
                  <c:v>497</c:v>
                </c:pt>
                <c:pt idx="22">
                  <c:v>522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August 2026. In short: 522 people helped in August; 93 couldn't be reached (84.9%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August: 522; Couldn't reach, August: 93; Share reached, August: 84.9%. 522 people were helped in August, and 93 came to a program but couldn't be helped: 84.9% reached (target 90.0%), against 84.1% in July. Mental health first aid reached the smallest share: 78.8% (18 couldn't be helped). The main reason: program at capacity (29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August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522 people helped in August; 93 couldn't be reached (84.9%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497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15456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8176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522 people were helped in August, and 93 came to a program but couldn't be helped: 84.9% reached (target 90.0%), against 84.1% in July.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reached the smallest share: 78.8% (18 couldn't be helped). The main reason: program at capacity (29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