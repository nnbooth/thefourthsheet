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0.0"%";[Red](0.0"%")</c:formatCode>
                <c:ptCount val="23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  <c:pt idx="17">
                  <c:v>4.2</c:v>
                </c:pt>
                <c:pt idx="18">
                  <c:v>5.9</c:v>
                </c:pt>
                <c:pt idx="19">
                  <c:v>6.7</c:v>
                </c:pt>
                <c:pt idx="20">
                  <c:v>7.2</c:v>
                </c:pt>
                <c:pt idx="21">
                  <c:v>4.9</c:v>
                </c:pt>
                <c:pt idx="22">
                  <c:v>5.6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7.0</c:v>
                </c:pt>
                <c:pt idx="1">
                  <c:v>8.5</c:v>
                </c:pt>
                <c:pt idx="2">
                  <c:v>19.0</c:v>
                </c:pt>
                <c:pt idx="3">
                  <c:v>24.0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59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T5</c:v>
                </c:pt>
                <c:pt idx="1">
                  <c:v>Technician T2</c:v>
                </c:pt>
                <c:pt idx="2">
                  <c:v>Technician T3</c:v>
                </c:pt>
                <c:pt idx="3">
                  <c:v>Technician T7</c:v>
                </c:pt>
                <c:pt idx="4">
                  <c:v>Technician T1</c:v>
                </c:pt>
                <c:pt idx="5">
                  <c:v>Technician T6</c:v>
                </c:pt>
                <c:pt idx="6">
                  <c:v>Technician T4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4.0</c:v>
                </c:pt>
                <c:pt idx="1">
                  <c:v>6.0</c:v>
                </c:pt>
                <c:pt idx="2">
                  <c:v>6.5</c:v>
                </c:pt>
                <c:pt idx="3">
                  <c:v>7.0</c:v>
                </c:pt>
                <c:pt idx="4">
                  <c:v>8.0</c:v>
                </c:pt>
                <c:pt idx="5">
                  <c:v>11.5</c:v>
                </c:pt>
                <c:pt idx="6">
                  <c:v>15.5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8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August 2026. In short: Overtime was 5.6% of ordinary hours in August (target under 5.0%), up from 3.3%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August: 5.6%; Overtime hours, August: 58.5 h; August last year: 3.3%. Technicians worked 58.5 h of overtime in August, 5.6% of ordinary hours (target under 5.0%), against 4.9% in July. Over the last year it has gone from 3.3% to 5.6%. After-hours call-out is the main reason: 24.0 h, 41.0% of the overtime. Technician T4 carried the most (15.5 h). Above target by 6.4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August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August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Overtime was 5.6% of ordinary hours in August (target under 5.0%), up from 3.3%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5.6%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August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58.5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57.5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28.5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58.5 h of overtime in August, 5.6% of ordinary hours (target under 5.0%), against 4.9% in July. Over the last year it has gone from 3.3% to 5.6%.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24.0 h, 41.0% of the overtime. Technician T4 carried the most (15.5 h). Above target by 6.4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