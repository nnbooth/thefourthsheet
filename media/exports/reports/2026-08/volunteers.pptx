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Youth outreach</c:v>
                </c:pt>
                <c:pt idx="3">
                  <c:v>Housing support</c:v>
                </c:pt>
                <c:pt idx="4">
                  <c:v>Community meals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83.0</c:v>
                </c:pt>
                <c:pt idx="1">
                  <c:v>105.5</c:v>
                </c:pt>
                <c:pt idx="2">
                  <c:v>148.5</c:v>
                </c:pt>
                <c:pt idx="3">
                  <c:v>159.0</c:v>
                </c:pt>
                <c:pt idx="4">
                  <c:v>178.0</c:v>
                </c:pt>
                <c:pt idx="5">
                  <c:v>193.5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2.52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#,##0;[Red](#,##0)</c:formatCode>
                <c:ptCount val="23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  <c:pt idx="18">
                  <c:v>816.0</c:v>
                </c:pt>
                <c:pt idx="19">
                  <c:v>830.5</c:v>
                </c:pt>
                <c:pt idx="20">
                  <c:v>878.5</c:v>
                </c:pt>
                <c:pt idx="21">
                  <c:v>938.0</c:v>
                </c:pt>
                <c:pt idx="22">
                  <c:v>867.5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August 2026. In short: 867.5 h of volunteer time in August, from 60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August: 867.5 h; Volunteers who did a shift, August: 60; Hours per volunteer, August: 14.5 h; August last year: 627.0 h. 60 volunteers gave 867.5 h in August, against 938.0 h in July. Mental health first aid drew the most (193.5 h, 22.3%). Volunteer coordinator had the fewest volunteer hours (83.0 h). Hours are up 38.4% on August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867.5 h of volunteer time in August, from 60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867.5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938.0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August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14.5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627.0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42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60 volunteers gave 867.5 h in August, against 938.0 h in July. Mental health first aid drew the most (193.5 h, 22.3%).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(83.0 h). Hours are up 38.4% on August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