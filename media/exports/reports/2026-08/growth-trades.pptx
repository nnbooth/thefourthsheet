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  <c:pt idx="20">
                  <c:v>193032</c:v>
                </c:pt>
                <c:pt idx="21">
                  <c:v>215610</c:v>
                </c:pt>
                <c:pt idx="22">
                  <c:v>199523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  <c:pt idx="20">
                  <c:v>45350</c:v>
                </c:pt>
                <c:pt idx="21">
                  <c:v>45350</c:v>
                </c:pt>
                <c:pt idx="22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  <c:pt idx="20">
                  <c:v>115600</c:v>
                </c:pt>
                <c:pt idx="21">
                  <c:v>143000</c:v>
                </c:pt>
                <c:pt idx="22">
                  <c:v>122800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$#,##0;[Red]($#,##0);"-"</c:formatCode>
                <c:ptCount val="23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  <c:pt idx="20">
                  <c:v>32082</c:v>
                </c:pt>
                <c:pt idx="21">
                  <c:v>27260</c:v>
                </c:pt>
                <c:pt idx="22">
                  <c:v>31373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August against August last year: 28.6%; Year to date against the same period last year: 14.1%; Gross margin, year to date: 45.2%. Revenue is 14.1% up on the same period last year, year to date ($415,133 against $363,706). Maintenance contracts make the highest gross margin (63.9%); Installations the lowest (38.2%). The business needs 43.8% gross margin just to cover overheads. Installations: 38.2% gross margin, 3.2 points over the 35.0% target ($8,530 ahead on $265,800 this financial year to date). Maintenance contracts: 63.9% gross margin, 28.9 points over the 35.0% target ($26,187 ahead on $90,700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August against August last year: 21.9%; Year to date against the same period last year: 21.9%; Gross margin, year to date: 63.9%. Maintenance contracts brought in $90,700 this financial year to date, 21.9% on the same period last year (faster than the business as a whole, 14.1%), at a 63.9% gross margin (above the 45.2% overall). Maintenance contracts: 63.9% gross margin, 28.9 points over the 35.0% target ($26,187 ahead on $90,700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August against August last year: 27.3%; Year to date against the same period last year: 6.9%; Gross margin, year to date: 38.2%. Installations brought in $265,800 this financial year to date, 6.9% on the same period last year (slower than the business as a whole, 14.1%), at a 38.2% gross margin (below the 45.2% overall). Installations: 38.2% gross margin, 3.2 points over the 35.0% target ($8,530 ahead on $265,800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August against August last year: 46.5%; Year to date against the same period last year: 44.0%; Gross margin, year to date: 48.0%. Call-outs and repairs brought in $58,633 this financial year to date, 44.0% on the same period last year (faster than the business as a whole, 14.1%), at a 48.0% gross margin (above the 45.2% overall). Call-outs and repairs: 48.0% gross margin, 13.0 points over the 35.0% target ($7,625 ahead on $58,633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Aug 2026) against the same period last year · Trades. From gross margin to profit: August's jobs made $94,153 gross margin (47.2%). Technician time not charged to jobs took $27,812 and overheads $59,500, leaving $6,841 profit before tax (3.4% of revenue). To cover overheads, jobs need a 43.8%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$199,523 against $155,118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$415,133 against $363,706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$187,639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14.1% up on the same period last year, year to date ($415,133 against $363,706). Maintenance contracts make the highest gross margin (63.9%); Installations the lowest (38.2%). The business needs 43.8%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38.2% gross margin, 3.2 points over the 35.0% target ($8,530 ahead on $265,800 this financial year to date). Maintenance contracts: 63.9% gross margin, 28.9 points over the 35.0% target ($26,187 ahead on $90,700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$37,200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$90,700 against $74,400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$57,932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$90,700 this financial year to date, 21.9% on the same period last year (faster than the business as a whole, 14.1%), at a 63.9% gross margin (above the 45.2%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($26,187 ahead on $90,700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$122,800 against $96,500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$265,800 against $248,600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$101,560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$265,800 this financial year to date, 6.9% on the same period last year (slower than the business as a whole, 14.1%), at a 38.2% gross margin (below the 45.2%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38.2% gross margin, 3.2 points over the 35.0% target ($8,530 ahead on $265,800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against August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$31,373 against $21,418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$58,633 against $40,706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$28,147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$58,633 this financial year to date, 44.0% on the same period last year (faster than the business as a whole, 14.1%), at a 48.0% gross margin (above the 45.2%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48.0% gross margin, 13.0 points over the 35.0% target ($7,625 ahead on $58,633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Aug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August's jobs made $94,153 gross margin (47.2%). Technician time not charged to jobs took $27,812 and overheads $59,500, leaving $6,841 profit before tax (3.4% of revenue). To cover overheads, jobs need a 43.8%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$74,400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$57,932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$265,800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$248,600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$101,560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38.2%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$58,633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$40,706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$415,133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$363,706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14.1%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$187,639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45.2%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