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October 2025. In short: Grants cost 10¢ to raise each dollar in October;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October it cost: Grants 10¢, donations 14¢ to raise each dollar. 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$251,929 raised this financial year to date (71.9% of everything raised), $28,400 to raise it, so $223,529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$61,800 raised this financial year to date (17.6% of everything raised), $8,800 to raise it, so $53,000 left for programs: 14¢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$36,800 raised this financial year to date (10.5% of everything raised), $15,200 to raise it, so $21,600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14¢; Raised, year to date $350,529.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Oct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Grants cost 10¢ to raise each dollar in October;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it cost: Grants 10¢, donations 14¢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$251,929 raised this financial year to date (71.9% of everything raised), $28,400 to raise it, so $223,529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$61,800 raised this financial year to date (17.6% of everything raised), $8,800 to raise it, so $53,000 left for programs: 14¢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$36,800 raised this financial year to date (10.5% of everything raised), $15,200 to raise it, so $21,600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October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October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$350,529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$251,929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