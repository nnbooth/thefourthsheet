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99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8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15300</c:v>
                </c:pt>
                <c:pt idx="1">
                  <c:v>17700</c:v>
                </c:pt>
                <c:pt idx="2">
                  <c:v>24700</c:v>
                </c:pt>
                <c:pt idx="3">
                  <c:v>12400</c:v>
                </c:pt>
                <c:pt idx="4">
                  <c:v>15600</c:v>
                </c:pt>
                <c:pt idx="5">
                  <c:v>15700</c:v>
                </c:pt>
                <c:pt idx="6">
                  <c:v>15700</c:v>
                </c:pt>
                <c:pt idx="7">
                  <c:v>15800</c:v>
                </c:pt>
                <c:pt idx="8">
                  <c:v>38100</c:v>
                </c:pt>
                <c:pt idx="9">
                  <c:v>13500</c:v>
                </c:pt>
                <c:pt idx="10">
                  <c:v>16000</c:v>
                </c:pt>
                <c:pt idx="11">
                  <c:v>16100</c:v>
                </c:pt>
                <c:pt idx="12">
                  <c:v>16200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6200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36800</c:v>
                </c:pt>
                <c:pt idx="12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chasing?. Sample Community Services Ltd. Period: October 2025. In short: Grants cost 10¢ to raise each dollar in October; donations 14¢. Each source of money compared on what it raises and what it costs to raise. Pick a source and every chart, table row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sources. In October it cost: Grants 10¢, donations 14¢ to raise each dollar. Cheapest to raise in October: grants (10¢ a dollar). Dearest: donations (14¢).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Grants: $251,929 raised this financial year to date (71.9% of everything raised), $28,400 to raise it, so $223,529 left for programs: 11¢ per dollar. Most of the money, and usually the cheapest to raise, starting with grants that renew.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Donations: $61,800 raised this financial year to date (17.6% of everything raised), $8,800 to raise it, so $53,000 left for programs: 14¢ per dollar. Cheap and flexible (untied):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Fundraising events: $36,800 raised this financial year to date (10.5% of everything raised), $15,200 to raise it, so $21,600 left for programs: 41¢ per dollar. The dearest per dollar: worth measuring the new donors each event brings in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chasing?: Cheapest to raise: Grants 10¢; Dearest to raise: Donations 14¢; Raised, year to date $350,529.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year to date (Jul to Oct 2025), by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In short: Grants cost 10¢ to raise each dollar in October; donations 14¢.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October 2025 (cents)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869692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October it cost: Grants 10¢, donations 14¢ to raise each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869692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Cheapest to raise in October: grants (10¢ a dollar). Dearest: donations (14¢). Events are worth counting for what else they bring too (new donors, profile).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Grants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Grants: $251,929 raised this financial year to date (71.9% of everything raised), $28,400 to raise it, so $223,529 left for programs: 11¢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Donations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Donations: $61,800 raised this financial year to date (17.6% of everything raised), $8,800 to raise it, so $53,000 left for programs: 14¢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Fundraising events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events: $36,800 raised this financial year to date (10.5% of everything raised), $15,200 to raise it, so $21,600 left for programs: 41¢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Cheapest to raise: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October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Dearest to raise: Donations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October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Raised, year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$350,529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Oct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to Oct 2025), by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$251,929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$223,529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$61,800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$53,000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$36,800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