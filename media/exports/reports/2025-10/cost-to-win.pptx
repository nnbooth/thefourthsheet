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October 2025. In short: $261 per new customer in October: 33 new customers from $8,600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October 2025: $261; October last year: $253; Year to date (Jul to Oct 2025): $264. 33 new customers came from $8,600 of marketing in October, against 32 from $8,600 in September: $261 each, down from $269.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In short: $261 per new customer in October: 33 new customers from $8,600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$269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34 new customers from $8,600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33 new customers came from $8,600 of marketing in October, against 32 from $8,600 in September: $261 each, down from $269.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