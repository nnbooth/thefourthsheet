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Emergency relief</c:v>
                </c:pt>
                <c:pt idx="1">
                  <c:v>Community meals</c:v>
                </c:pt>
                <c:pt idx="2">
                  <c:v>Youth outreach</c:v>
                </c:pt>
                <c:pt idx="3">
                  <c:v>Housing support</c:v>
                </c:pt>
                <c:pt idx="4">
                  <c:v>Digital literacy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87.9</c:v>
                </c:pt>
                <c:pt idx="1">
                  <c:v>90.1</c:v>
                </c:pt>
                <c:pt idx="2">
                  <c:v>90.2</c:v>
                </c:pt>
                <c:pt idx="3">
                  <c:v>93.5</c:v>
                </c:pt>
                <c:pt idx="4">
                  <c:v>98.2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2.92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#,##0;[Red](#,##0)</c:formatCode>
                <c:ptCount val="13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Sample Community Services Ltd. Period: October 2025. In short: 506 people helped in October; 50 couldn't be reached (91.0%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People helped, October: 506; Couldn't reach, October: 50; Share reached, October: 91.0%. 506 people were helped in October, and 50 came to a program but couldn't be helped: 91.0% reached (target 90.0%), against 89.6% in September. Emergency relief reached the smallest share: 87.9% (14 couldn't be helped). The main reason: program at capacity (26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October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In short: 506 people helped in October; 50 couldn't be reached (91.0%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October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October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474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October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October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91.0%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5770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053129" y="2620868"/>
            <a:ext cx="0" cy="2267834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55849" y="488870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0680"/>
            <a:ext cx="5501487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506 people were helped in October, and 50 came to a program but couldn't be helped: 91.0% reached (target 90.0%), against 89.6% in September.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440680"/>
            <a:ext cx="5501487" cy="914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Emergency relief reached the smallest share: 87.9% (14 couldn't be helped). The main reason: program at capacity (26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October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