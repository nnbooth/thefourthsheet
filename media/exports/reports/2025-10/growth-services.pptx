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103550</c:v>
                </c:pt>
                <c:pt idx="1">
                  <c:v>118390</c:v>
                </c:pt>
                <c:pt idx="2">
                  <c:v>125715</c:v>
                </c:pt>
                <c:pt idx="3">
                  <c:v>96560</c:v>
                </c:pt>
                <c:pt idx="4">
                  <c:v>121275</c:v>
                </c:pt>
                <c:pt idx="5">
                  <c:v>84340</c:v>
                </c:pt>
                <c:pt idx="6">
                  <c:v>69985</c:v>
                </c:pt>
                <c:pt idx="7">
                  <c:v>104970</c:v>
                </c:pt>
                <c:pt idx="8">
                  <c:v>99060</c:v>
                </c:pt>
                <c:pt idx="9">
                  <c:v>94805</c:v>
                </c:pt>
                <c:pt idx="10">
                  <c:v>67745</c:v>
                </c:pt>
                <c:pt idx="11">
                  <c:v>65650</c:v>
                </c:pt>
                <c:pt idx="12">
                  <c:v>78550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77350</c:v>
                </c:pt>
                <c:pt idx="1">
                  <c:v>96790</c:v>
                </c:pt>
                <c:pt idx="2">
                  <c:v>103515</c:v>
                </c:pt>
                <c:pt idx="3">
                  <c:v>73060</c:v>
                </c:pt>
                <c:pt idx="4">
                  <c:v>92075</c:v>
                </c:pt>
                <c:pt idx="5">
                  <c:v>53340</c:v>
                </c:pt>
                <c:pt idx="6">
                  <c:v>40885</c:v>
                </c:pt>
                <c:pt idx="7">
                  <c:v>65570</c:v>
                </c:pt>
                <c:pt idx="8">
                  <c:v>70760</c:v>
                </c:pt>
                <c:pt idx="9">
                  <c:v>71205</c:v>
                </c:pt>
                <c:pt idx="10">
                  <c:v>42845</c:v>
                </c:pt>
                <c:pt idx="11">
                  <c:v>42050</c:v>
                </c:pt>
                <c:pt idx="12">
                  <c:v>50650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16500</c:v>
                </c:pt>
                <c:pt idx="1">
                  <c:v>16500</c:v>
                </c:pt>
                <c:pt idx="2">
                  <c:v>16500</c:v>
                </c:pt>
                <c:pt idx="3">
                  <c:v>16500</c:v>
                </c:pt>
                <c:pt idx="4">
                  <c:v>16500</c:v>
                </c:pt>
                <c:pt idx="5">
                  <c:v>24000</c:v>
                </c:pt>
                <c:pt idx="6">
                  <c:v>24000</c:v>
                </c:pt>
                <c:pt idx="7">
                  <c:v>24000</c:v>
                </c:pt>
                <c:pt idx="8">
                  <c:v>24000</c:v>
                </c:pt>
                <c:pt idx="9">
                  <c:v>17900</c:v>
                </c:pt>
                <c:pt idx="10">
                  <c:v>17900</c:v>
                </c:pt>
                <c:pt idx="11">
                  <c:v>17900</c:v>
                </c:pt>
                <c:pt idx="12">
                  <c:v>17900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9700</c:v>
                </c:pt>
                <c:pt idx="1">
                  <c:v>5100</c:v>
                </c:pt>
                <c:pt idx="2">
                  <c:v>5700</c:v>
                </c:pt>
                <c:pt idx="3">
                  <c:v>7000</c:v>
                </c:pt>
                <c:pt idx="4">
                  <c:v>12700</c:v>
                </c:pt>
                <c:pt idx="5">
                  <c:v>7000</c:v>
                </c:pt>
                <c:pt idx="6">
                  <c:v>5100</c:v>
                </c:pt>
                <c:pt idx="7">
                  <c:v>15400</c:v>
                </c:pt>
                <c:pt idx="8">
                  <c:v>4300</c:v>
                </c:pt>
                <c:pt idx="9">
                  <c:v>5700</c:v>
                </c:pt>
                <c:pt idx="10">
                  <c:v>7000</c:v>
                </c:pt>
                <c:pt idx="11">
                  <c:v>5700</c:v>
                </c:pt>
                <c:pt idx="12">
                  <c:v>10000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October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October against October last year: (24.1%); Year to date (Jul to Oct 2025): $306,750; Gross margin, year to date: 67.4%. Revenue is $306,750 this financial year to date (Jul to Oct 2025). Training makes the highest gross margin (79.9%); Projects the lowest (65.4%). The business needs 99.2% gross margin just to cover overheads. Projects: 65.4% gross margin, 25.4 points over the 40.0% target ($52,490 ahead on $206,750 this financial year to date). Training: 79.9% gross margin, 39.9 points over the 40.0% target ($11,340 ahead on $28,400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October against October last year: (34.5%); Year to date (Jul to Oct 2025): $206,750; Gross margin, year to date: 65.4%. Projects brought in $206,750 this financial year to date, at a 65.4% gross margin (below the 67.4% overall). Projects: 65.4% gross margin, 25.4 points over the 40.0% target ($52,490 ahead on $206,750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October against October last year: 8.5%; Year to date (Jul to Oct 2025): $71,600; Gross margin, year to date: 68.2%. Retainers brought in $71,600 this financial year to date, at a 68.2% gross margin (above the 67.4% overall). Retainers: 68.2% gross margin, 28.2 points over the 40.0% target ($20,220 ahead on $71,600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October against October last year: 3.1%; Year to date (Jul to Oct 2025): $28,400; Gross margin, year to date: 79.9%. Training brought in $28,400 this financial year to date, at a 79.9% gross margin (above the 67.4% overall). Training: 79.9% gross margin, 39.9 points over the 40.0% target ($11,340 ahead on $28,400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Oct 2025) against the same period last year · Services. Same period last year: Not available: the data starts October 2024. From gross margin to profit: October's client work made $53,010 gross margin (67.5%). Consultant time not charged to client work took $26,820 and overheads $51,070, leaving ($24,880) profit before tax ((31.7%) of revenue). To cover overheads, client work needs a 99.2%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(24.1%)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$78,550 against $103,550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$306,750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67.4%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$206,750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$306,750 this financial year to date (Jul to Oct 2025). Training makes the highest gross margin (79.9%); Projects the lowest (65.4%). The business needs 99.2%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65.4% gross margin, 25.4 points over the 40.0% target ($52,490 ahead on $206,750 this financial year to date). Training: 79.9% gross margin, 39.9 points over the 40.0% target ($11,340 ahead on $28,400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(34.5%)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$50,650 against $77,350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$206,750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$135,190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$206,750 this financial year to date, at a 65.4% gross margin (below the 67.4%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65.4% gross margin, 25.4 points over the 40.0% target ($52,490 ahead on $206,750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$17,900 against $16,500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$71,600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68.2%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$48,860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$71,600 this financial year to date, at a 68.2% gross margin (above the 67.4%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68.2% gross margin, 28.2 points over the 40.0% target ($20,220 ahead on $71,600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$10,000 against $9,700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$28,400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79.9%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$22,700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$28,400 this financial year to date, at a 79.9% gross margin (above the 67.4%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79.9% gross margin, 39.9 points over the 40.0% target ($11,340 ahead on $28,400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Oct 2025)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October's client work made $53,010 gross margin (67.5%). Consultant time not charged to client work took $26,820 and overheads $51,070, leaving ($24,880) profit before tax ((31.7%) of revenue). To cover overheads, client work needs a 99.2%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$206,750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$135,190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$48,860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79.9%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$306,750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$206,750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67.4%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