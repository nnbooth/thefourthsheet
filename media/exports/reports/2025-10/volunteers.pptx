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by program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Community meals</c:v>
                </c:pt>
                <c:pt idx="2">
                  <c:v>Mental health first aid</c:v>
                </c:pt>
                <c:pt idx="3">
                  <c:v>Youth outreach</c:v>
                </c:pt>
                <c:pt idx="4">
                  <c:v>Housing support</c:v>
                </c:pt>
                <c:pt idx="5">
                  <c:v>Digital literacy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77.0</c:v>
                </c:pt>
                <c:pt idx="1">
                  <c:v>125.0</c:v>
                </c:pt>
                <c:pt idx="2">
                  <c:v>130.0</c:v>
                </c:pt>
                <c:pt idx="3">
                  <c:v>147.0</c:v>
                </c:pt>
                <c:pt idx="4">
                  <c:v>153.5</c:v>
                </c:pt>
                <c:pt idx="5">
                  <c:v>184.5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2.174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#,##0;[Red](#,##0)</c:formatCode>
                <c:ptCount val="13"/>
                <c:pt idx="0">
                  <c:v>381.0</c:v>
                </c:pt>
                <c:pt idx="1">
                  <c:v>373.5</c:v>
                </c:pt>
                <c:pt idx="2">
                  <c:v>383.5</c:v>
                </c:pt>
                <c:pt idx="3">
                  <c:v>387.5</c:v>
                </c:pt>
                <c:pt idx="4">
                  <c:v>376.5</c:v>
                </c:pt>
                <c:pt idx="5">
                  <c:v>444.0</c:v>
                </c:pt>
                <c:pt idx="6">
                  <c:v>422.5</c:v>
                </c:pt>
                <c:pt idx="7">
                  <c:v>562.0</c:v>
                </c:pt>
                <c:pt idx="8">
                  <c:v>568.0</c:v>
                </c:pt>
                <c:pt idx="9">
                  <c:v>609.5</c:v>
                </c:pt>
                <c:pt idx="10">
                  <c:v>627.0</c:v>
                </c:pt>
                <c:pt idx="11">
                  <c:v>708.5</c:v>
                </c:pt>
                <c:pt idx="12">
                  <c:v>817.0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Sample Community Services Ltd. Period: October 2025. In short: 817.0 h of volunteer time in October, from 54 volunteers; most went to Digital literacy. Every volunteer shift: who (a code, not a name), which program, and how many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Volunteer hours, October: 817.0 h; Volunteers who did a shift, October: 54; Hours per volunteer, October: 15.1 h; October last year: 381.0 h. 54 volunteers gave 817.0 h in October, against 708.5 h in September. Digital literacy drew the most (184.5 h, 22.6%). Volunteer coordinator had the fewest volunteer hours (77.0 h). Hours are up 114.4% on October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hours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2025. In short: 817.0 h of volunteer time in October, from 54 volunteers; most went to Digital literacy. Every volunteer shift: who (a code, not a name), which program, and how many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Volunteer hours by program, October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 hours, October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817.0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708.5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Volunteers who did a shift, October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Hours per volunteer, October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15.1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last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381.0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25 volunteers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54 volunteers gave 817.0 h in October, against 708.5 h in September. Digital literacy drew the most (184.5 h, 22.6%).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had the fewest volunteer hours (77.0 h). Hours are up 114.4% on October last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hours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