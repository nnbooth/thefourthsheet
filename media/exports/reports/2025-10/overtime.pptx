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1.5</c:v>
                </c:pt>
                <c:pt idx="1">
                  <c:v>7.0</c:v>
                </c:pt>
                <c:pt idx="2">
                  <c:v>13.5</c:v>
                </c:pt>
                <c:pt idx="3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Technician T1</c:v>
                </c:pt>
                <c:pt idx="1">
                  <c:v>Technician T4</c:v>
                </c:pt>
                <c:pt idx="2">
                  <c:v>Technician T5</c:v>
                </c:pt>
                <c:pt idx="3">
                  <c:v>Technician T6</c:v>
                </c:pt>
                <c:pt idx="4">
                  <c:v>Technician T3</c:v>
                </c:pt>
                <c:pt idx="5">
                  <c:v>Technician T2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3.0</c:v>
                </c:pt>
                <c:pt idx="1">
                  <c:v>3.5</c:v>
                </c:pt>
                <c:pt idx="2">
                  <c:v>5.5</c:v>
                </c:pt>
                <c:pt idx="3">
                  <c:v>5.5</c:v>
                </c:pt>
                <c:pt idx="4">
                  <c:v>9.5</c:v>
                </c:pt>
                <c:pt idx="5">
                  <c:v>11.0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6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October 2025. In short: Overtime was 3.9% of ordinary hours in October (target under 5.0%), up from 1.6%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October: 3.9%; Overtime hours, October: 38.0 h; October last year: 1.6%. Technicians worked 38.0 h of overtime in October, 3.9% of ordinary hours (target under 5.0%), against 3.7% in September. Over the last year it has gone from 1.6% to 3.9%. After-hours call-out is the main reason: 16.0 h, 42.1% of the overtime. Technician T2 carried the most (11.0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October 2025.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October 2025.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Overtime was 3.9% of ordinary hours in October (target under 5.0%), up from 1.6%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35.5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15.5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38.0 h of overtime in October, 3.9% of ordinary hours (target under 5.0%), against 3.7% in September. Over the last year it has gone from 1.6% to 3.9%.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16.0 h, 42.1% of the overtime. Technician T2 carried the most (11.0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