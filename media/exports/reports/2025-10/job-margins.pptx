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34.1</c:v>
                </c:pt>
                <c:pt idx="1">
                  <c:v>47.7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Salisbury shop solar and battery</c:v>
                </c:pt>
                <c:pt idx="1">
                  <c:v>Coorparoo shop air-con install</c:v>
                </c:pt>
                <c:pt idx="2">
                  <c:v>Aspley cafe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26.2</c:v>
                </c:pt>
                <c:pt idx="1">
                  <c:v>39.7</c:v>
                </c:pt>
                <c:pt idx="2">
                  <c:v>44.4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(3)</c:v>
                </c:pt>
                <c:pt idx="2">
                  <c:v>2-hour call-outs (9)</c:v>
                </c:pt>
                <c:pt idx="3">
                  <c:v>2.5-hour call-outs (8)</c:v>
                </c:pt>
                <c:pt idx="4">
                  <c:v>3-hour call-outs (10)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41.4</c:v>
                </c:pt>
                <c:pt idx="1">
                  <c:v>42.0</c:v>
                </c:pt>
                <c:pt idx="2">
                  <c:v>44.7</c:v>
                </c:pt>
                <c:pt idx="3">
                  <c:v>48.6</c:v>
                </c:pt>
                <c:pt idx="4">
                  <c:v>50.3</c:v>
                </c:pt>
                <c:pt idx="5">
                  <c:v>50.5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2025. In short: Jobs made a 44.7% gross margin in October: maintenance contracts the most (63.8%), installations the least (34.1%).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· All jobs: 44.7%; Job gross margin, September · All jobs: 44.0%; Gross margin jobs need to break even: 62.0%. In October maintenance contracts made a 63.8% job gross margin, installations made a 34.1% job gross margin, call-outs and repairs made a 47.7% job gross margin (technician time at $68 an hour, wages and all on-costs). Jobs need 62.0% just to cover overheads. 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· Maintenance contracts: 63.8%; Job gross margin, September · Maintenance contracts: 63.9%; Gross margin jobs need to break even: 62.0%.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2025. The month's fee less materials and technician time at $68/hour. Target 35.0% is what to price for; break-even 62.0%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· Installations: 34.1%; Job gross margin, September · Installations: 34.2%; Gross margin jobs need to break even: 62.0%. 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 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· Call-outs and repairs: 47.7%; Job gross margin, September · Call-outs and repairs: 48.5%; Gross margin jobs need to break even: 62.0%; Technician time charged, October: $16,873; Materials charged, October: $7,293. 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 All call-outs: 47.7% gross margin, 12.7 points over the 35.0% target ($3,060 ahead on $24,166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Jobs made a 44.7% gross margin in October: maintenance contracts the most (63.8%), installations the least (34.1%).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$68,218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$31,056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($24,922)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$143,566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7600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70320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maintenance contracts made a 63.8% job gross margin, installations made a 34.1% job gross margin, call-outs and repairs made a 47.7% job gross margin (technician time at $68 an hour, wages and all on-costs). Jobs need 62.0%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62.0%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25722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5994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05117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5389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$16,873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$7,293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$5,610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05117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5389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47.7% gross margin, 12.7 points over the 35.0% target ($3,060 ahead on $24,166 in October).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