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5610</c:v>
                </c:pt>
                <c:pt idx="1">
                  <c:v>9046</c:v>
                </c:pt>
                <c:pt idx="2">
                  <c:v>21563</c:v>
                </c:pt>
                <c:pt idx="3">
                  <c:v>38436</c:v>
                </c:pt>
                <c:pt idx="4">
                  <c:v>46631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625.64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October 2025. In short: Housing support (2025) costs $46,631 in full in October: $20,031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$46,631 in October once its share of untied program costs and administration is added to $26,600 of grant spending. Shared costs add 75.3%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$46,631 in full in October: $26,600 paid by the State Housing Program grant, and $20,031 of shared costs no grant covers. It has spent 98.9% of its budget to date, with $59,100 left and 2 months to go. The full cost is $46,631 a month; $20,031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$38,436 in full in October: $21,925 paid by the State Department of Families grant, and $16,511 of shared costs no grant covers. It has spent 97.5% of its budget to date, with $402,031 left and 20 months to go. The full cost is $38,436 a month; $16,511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$21,563 in full in October: $12,300 paid by the Federal community grant grant, and $9,263 of shared costs no grant covers. It has spent 99.9% of its budget to date (spending before October 2024 taken at budget), with $24,300 left and 2 months to go. The full cost is $21,563 a month; $9,263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$9,046 in full in October: $5,160 paid by the Philanthropic foundation grant, and $3,886 of shared costs no grant covers. It has spent 103.2% of its budget to date, with $84,840 left and 17 months to go. The full cost is $9,046 a month; $3,886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$5,610 in full in October: $3,200 paid by the Local council community grant grant, and $2,410 of shared costs no grant covers. It has spent 96.1% of its budget to date, with $29,900 left and 8 months to go. The full cost is $5,610 a month; $2,410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Housing support (2025) costs $46,631 in full in October: $20,031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October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$46,631 in October once its share of untied program costs and administration is added to $26,600 of grant spending. Shared costs add 75.3%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$46,631 in full in October: $26,600 paid by the State Housing Program grant, and $20,031 of shared costs no grant covers. It has spent 98.9% of its budget to date, with $59,100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$46,631 a month; $20,031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$38,436 in full in October: $21,925 paid by the State Department of Families grant, and $16,511 of shared costs no grant covers. It has spent 97.5% of its budget to date, with $402,031 left and 20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$38,436 a month; $16,511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$21,563 in full in October: $12,300 paid by the Federal community grant grant, and $9,263 of shared costs no grant covers. It has spent 99.9% of its budget to date (spending before October 2024 taken at budget), with $24,300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$21,563 a month; $9,263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$9,046 in full in October: $5,160 paid by the Philanthropic foundation grant, and $3,886 of shared costs no grant covers. It has spent 103.2% of its budget to date, with $84,840 left and 17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$9,046 a month; $3,886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$5,610 in full in October: $3,200 paid by the Local council community grant grant, and $2,410 of shared costs no grant covers. It has spent 96.1% of its budget to date, with $29,900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$5,610 a month; $2,410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