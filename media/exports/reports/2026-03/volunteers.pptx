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 by program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Volunteer coordinator</c:v>
                </c:pt>
                <c:pt idx="1">
                  <c:v>Digital literacy</c:v>
                </c:pt>
                <c:pt idx="2">
                  <c:v>Mental health first aid</c:v>
                </c:pt>
                <c:pt idx="3">
                  <c:v>Community meals</c:v>
                </c:pt>
                <c:pt idx="4">
                  <c:v>Youth outreach</c:v>
                </c:pt>
                <c:pt idx="5">
                  <c:v>Housing support</c:v>
                </c:pt>
              </c:strCache>
            </c:strRef>
          </c:cat>
          <c:val>
            <c:numRef>
              <c:f>Sheet1!$B$2:$B$7</c:f>
              <c:numCache>
                <c:formatCode>#,##0;[Red](#,##0)</c:formatCode>
                <c:ptCount val="6"/>
                <c:pt idx="0">
                  <c:v>77.5</c:v>
                </c:pt>
                <c:pt idx="1">
                  <c:v>119.0</c:v>
                </c:pt>
                <c:pt idx="2">
                  <c:v>156.0</c:v>
                </c:pt>
                <c:pt idx="3">
                  <c:v>169.0</c:v>
                </c:pt>
                <c:pt idx="4">
                  <c:v>170.0</c:v>
                </c:pt>
                <c:pt idx="5">
                  <c:v>178.5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5.2749999999999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#,##0;[Red](#,##0)</c:formatCode>
                <c:ptCount val="18"/>
                <c:pt idx="0">
                  <c:v>381.0</c:v>
                </c:pt>
                <c:pt idx="1">
                  <c:v>373.5</c:v>
                </c:pt>
                <c:pt idx="2">
                  <c:v>383.5</c:v>
                </c:pt>
                <c:pt idx="3">
                  <c:v>387.5</c:v>
                </c:pt>
                <c:pt idx="4">
                  <c:v>376.5</c:v>
                </c:pt>
                <c:pt idx="5">
                  <c:v>444.0</c:v>
                </c:pt>
                <c:pt idx="6">
                  <c:v>422.5</c:v>
                </c:pt>
                <c:pt idx="7">
                  <c:v>562.0</c:v>
                </c:pt>
                <c:pt idx="8">
                  <c:v>568.0</c:v>
                </c:pt>
                <c:pt idx="9">
                  <c:v>609.5</c:v>
                </c:pt>
                <c:pt idx="10">
                  <c:v>627.0</c:v>
                </c:pt>
                <c:pt idx="11">
                  <c:v>708.5</c:v>
                </c:pt>
                <c:pt idx="12">
                  <c:v>817.0</c:v>
                </c:pt>
                <c:pt idx="13">
                  <c:v>780.5</c:v>
                </c:pt>
                <c:pt idx="14">
                  <c:v>830.5</c:v>
                </c:pt>
                <c:pt idx="15">
                  <c:v>817.5</c:v>
                </c:pt>
                <c:pt idx="16">
                  <c:v>781.0</c:v>
                </c:pt>
                <c:pt idx="17">
                  <c:v>870.0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Sample Community Services Ltd. Period: March 2026. In short: 870.0 h of volunteer time in March, from 58 volunteers; most went to Housing support. Every volunteer shift: who (a code, not a name), which program, and how many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Volunteer hours, March: 870.0 h; Volunteers who did a shift, March: 58; Hours per volunteer, March: 15.0 h; March last year: 444.0 h. 58 volunteers gave 870.0 h in March, against 781.0 h in February. Housing support drew the most (178.5 h, 20.5%). Volunteer coordinator had the fewest volunteer hours (77.5 h). Hours are up 95.9% on March last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 hours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March 2026. In short: 870.0 h of volunteer time in March, from 58 volunteers; most went to Housing support. Every volunteer shift: who (a code, not a name), which program, and how many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2026: Locked. March 2026 is locked (closed 2 Apr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Volunteer hours by program, March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 hours, March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870.0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February 781.0 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Volunteers who did a shift, March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February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Hours per volunteer, March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15.0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average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last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444.0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30 volunteers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58 volunteers gave 870.0 h in March, against 781.0 h in February. Housing support drew the most (178.5 h, 20.5%).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Volunteer coordinator had the fewest volunteer hours (77.5 h). Hours are up 95.9% on March last year.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Volunteer hours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