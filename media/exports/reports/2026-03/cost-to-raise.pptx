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0"¢";[Red](0"¢")</c:formatCode>
                <c:ptCount val="18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0"¢";[Red](0"¢")</c:formatCode>
                <c:ptCount val="18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March 2026. In short: Each dollar raised cost 13¢ in March,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March · all fundraising: 13¢; Year to date (Jul to Mar 2026): 14¢. March cost 13¢ to raise each dollar, against 13¢ in February.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March · Grants: 13¢; Year to date (Jul to Mar 2026): 11¢. Grants cost 11¢ to raise each dollar this financial year to date ($63,900 of grant writing and reporting for $560,236).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March · Donations: 13¢; Year to date (Jul to Mar 2026): 15¢. Donations cost 15¢ to raise each dollar this financial year to date ($22,900 of donor campaigns for $152,600).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March · Fundraising events: –; Year to date (Jul to Mar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Each dollar raised cost 13¢ in March,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March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March cost 13¢ to raise each dollar, against 13¢ in February.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($63,900 of grant writing and reporting for $560,236).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($22,900 of donor campaigns for $152,600).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