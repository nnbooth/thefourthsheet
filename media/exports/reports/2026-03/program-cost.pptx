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Youth outreach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5798</c:v>
                </c:pt>
                <c:pt idx="1">
                  <c:v>8108</c:v>
                </c:pt>
                <c:pt idx="2">
                  <c:v>10732</c:v>
                </c:pt>
                <c:pt idx="3">
                  <c:v>32660</c:v>
                </c:pt>
                <c:pt idx="4">
                  <c:v>49107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473.04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March 2026. In short: Housing support costs $49,107 in full in March: $24,275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$49,107 in March once its share of untied program costs and administration is added to $24,832 of grant spending. Shared costs add 97.8%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$49,107 in full in March: $24,832 paid by the State Housing Program grant, and $24,275 of shared costs no grant covers. It has spent 90.9% of its budget to date, with $278,158 left and 9 months to go. The full cost is $49,107 a month; $24,275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$32,660 in full in March: $16,515 paid by the State Department of Families grant, and $16,145 of shared costs no grant covers. It has spent 98.2% of its budget to date, with $303,265 left and 15 months to go. The full cost is $32,660 a month; $16,145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$10,732 in full in March: $5,427 paid by the Philanthropic foundation grant, and $5,305 of shared costs no grant covers. It has spent 100.8% of its budget to date, with $59,773 left and 12 months to go. The full cost is $10,732 a month; $5,305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$8,108 in full in March: $4,100 paid by the Local council community grant grant, and $4,008 of shared costs no grant covers. It has spent 96.7% of its budget to date, with $12,100 left and 3 months to go. The full cost is $8,108 a month; $4,008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$5,798 in full in March: $2,932 paid by the State volunteering grant grant, and $2,866 of shared costs no grant covers. It has spent 97.7% of its budget to date, with $33,068 left and 11 months to go. The full cost is $5,798 a month; $2,866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Housing support costs $49,107 in full in March: $24,275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March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21836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$49,107 in March once its share of untied program costs and administration is added to $24,832 of grant spending. Shared costs add 97.8%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021836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$49,107 in full in March: $24,832 paid by the State Housing Program grant, and $24,275 of shared costs no grant covers. It has spent 90.9% of its budget to date, with $278,158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$49,107 a month; $24,275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$32,660 in full in March: $16,515 paid by the State Department of Families grant, and $16,145 of shared costs no grant covers. It has spent 98.2% of its budget to date, with $303,265 left and 15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$32,660 a month; $16,145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$10,732 in full in March: $5,427 paid by the Philanthropic foundation grant, and $5,305 of shared costs no grant covers. It has spent 100.8% of its budget to date, with $59,773 left and 12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$10,732 a month; $5,305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$8,108 in full in March: $4,100 paid by the Local council community grant grant, and $4,008 of shared costs no grant covers. It has spent 96.7% of its budget to date, with $12,100 left and 3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$8,108 a month; $4,008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$5,798 in full in March: $2,932 paid by the State volunteering grant grant, and $2,866 of shared costs no grant covers. It has spent 97.7% of its budget to date, with $33,068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$5,798 a month; $2,866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