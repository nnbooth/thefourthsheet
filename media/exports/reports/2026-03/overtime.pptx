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0.0"%";[Red](0.0"%")</c:formatCode>
                <c:ptCount val="18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1.5</c:v>
                </c:pt>
                <c:pt idx="1">
                  <c:v>6.5</c:v>
                </c:pt>
                <c:pt idx="2">
                  <c:v>18.5</c:v>
                </c:pt>
                <c:pt idx="3">
                  <c:v>22.0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29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T7</c:v>
                </c:pt>
                <c:pt idx="2">
                  <c:v>Technician T5</c:v>
                </c:pt>
                <c:pt idx="3">
                  <c:v>Technician T2</c:v>
                </c:pt>
                <c:pt idx="4">
                  <c:v>Technician T1</c:v>
                </c:pt>
                <c:pt idx="5">
                  <c:v>Technician T3</c:v>
                </c:pt>
                <c:pt idx="6">
                  <c:v>Technician T6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2.5</c:v>
                </c:pt>
                <c:pt idx="1">
                  <c:v>3.5</c:v>
                </c:pt>
                <c:pt idx="2">
                  <c:v>4.0</c:v>
                </c:pt>
                <c:pt idx="3">
                  <c:v>4.0</c:v>
                </c:pt>
                <c:pt idx="4">
                  <c:v>8.5</c:v>
                </c:pt>
                <c:pt idx="5">
                  <c:v>10.0</c:v>
                </c:pt>
                <c:pt idx="6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March 2026. In short: Overtime was 4.2% of ordinary hours in March (target under 5.0%), up from 4.4%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March: 4.2%; Overtime hours, March: 48.5 h; March last year: 4.4%. Technicians worked 48.5 h of overtime in March, 4.2% of ordinary hours (target under 5.0%), against 4.2% in February. Over the last year it has gone from 4.4% to 4.2%. After-hours call-out is the main reason: 22.0 h, 45.4% of the overtime. Technician T6 carried the most (16.0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March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March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Overtime was 4.2% of ordinary hours in March (target under 5.0%), up from 4.4%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43.5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40.5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48.5 h of overtime in March, 4.2% of ordinary hours (target under 5.0%), against 4.2% in February. Over the last year it has gone from 4.4% to 4.2%.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22.0 h, 45.4% of the overtime. Technician T6 carried the most (16.0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March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