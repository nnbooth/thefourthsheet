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March against March last year: 41.9%; Year to date (Jul to Mar 2026): $1,611,390; Gross margin, year to date: 43.6%. Revenue is $1,611,390 this financial year to date (Jul to Mar 2026). Maintenance contracts make the highest gross margin (63.8%); Installations the lowest (35.4%). The business needs 38.9% gross margin just to cover overheads. Installations: 35.4% gross margin, 0.4 points over the 35.0% target ($4,113 ahead on $1,015,900 this financial year to date). Maintenance contracts: 63.8% gross margin, 28.8 points over the 35.0% target ($102,682 ahead on $356,000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March against March last year: 34.2%; Year to date (Jul to Mar 2026): $356,000; Gross margin, year to date: 63.8%. Maintenance contracts brought in $356,000 this financial year to date, at a 63.8% gross margin (above the 43.6% overall). Maintenance contracts: 63.8% gross margin, 28.8 points over the 35.0% target ($102,682 ahead on $356,000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March against March last year: 50.3%; Year to date (Jul to Mar 2026): $1,015,900; Gross margin, year to date: 35.4%. Installations brought in $1,015,900 this financial year to date, at a 35.4% gross margin (below the 43.6% overall). Installations: 35.4% gross margin, 0.4 points over the 35.0% target ($4,113 ahead on $1,015,900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March against March last year: 17.2%; Year to date (Jul to Mar 2026): $239,490; Gross margin, year to date: 48.1%. Call-outs and repairs brought in $239,490 this financial year to date, at a 48.1% gross margin (above the 43.6% overall). Call-outs and repairs: 48.1% gross margin, 13.1 points over the 35.0% target ($31,357 ahead on $239,490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Mar 2026) against the same period last year · Trades. Same period last year: Not available: the data starts October 2024. From gross margin to profit: March's jobs made $90,236 gross margin (42.2%). Technician time not charged to jobs took $23,895 and overheads $59,200, leaving $7,141 profit before tax (3.3% of revenue). To cover overheads, jobs need a 38.9%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$213,578 against $150,465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$1,611,390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$702,138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$1,611,390 this financial year to date (Jul to Mar 2026). Maintenance contracts make the highest gross margin (63.8%); Installations the lowest (35.4%). The business needs 38.9%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35.4% gross margin, 0.4 points over the 35.0% target ($4,113 ahead on $1,015,900 this financial year to date). Maintenance contracts: 63.8% gross margin, 28.8 points over the 35.0% target ($102,682 ahead on $356,000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$42,000 against $31,300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$356,000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$227,282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$356,000 this financial year to date, at a 63.8% gross margin (above the 43.6%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($102,682 ahead on $356,000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$144,900 against $96,400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$1,015,900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$359,678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$1,015,900 this financial year to date, at a 35.4% gross margin (below the 43.6%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35.4% gross margin, 0.4 points over the 35.0% target ($4,113 ahead on $1,015,900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$26,678 against $22,765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$239,490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$115,178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$239,490 this financial year to date, at a 48.1% gross margin (above the 43.6%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48.1% gross margin, 13.1 points over the 35.0% target ($31,357 ahead on $239,490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Mar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March's jobs made $90,236 gross margin (42.2%). Technician time not charged to jobs took $23,895 and overheads $59,200, leaving $7,141 profit before tax (3.3% of revenue). To cover overheads, jobs need a 38.9%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$227,282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$1,015,900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$359,678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$239,490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$115,178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$1,611,390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$702,138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