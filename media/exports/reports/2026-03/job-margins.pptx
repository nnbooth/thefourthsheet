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34.9</c:v>
                </c:pt>
                <c:pt idx="1">
                  <c:v>47.9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cat>
            <c:strRef>
              <c:f>Sheet1!$A$2:$A$14</c:f>
              <c:strCache>
                <c:ptCount val="13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  <c:pt idx="12">
                  <c:v>Carindale vet clinic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  <c:pt idx="12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Rocklea school switchboard upgrade</c:v>
                </c:pt>
                <c:pt idx="1">
                  <c:v>Northgate townhouses switchboard upgrade</c:v>
                </c:pt>
                <c:pt idx="2">
                  <c:v>Ashgrove townhouses switchboard upgrade</c:v>
                </c:pt>
                <c:pt idx="3">
                  <c:v>Chermside school switchboard upgrade</c:v>
                </c:pt>
                <c:pt idx="4">
                  <c:v>Logan Central house LED lighting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25.8</c:v>
                </c:pt>
                <c:pt idx="1">
                  <c:v>28.8</c:v>
                </c:pt>
                <c:pt idx="2">
                  <c:v>34.2</c:v>
                </c:pt>
                <c:pt idx="3">
                  <c:v>35.4</c:v>
                </c:pt>
                <c:pt idx="4">
                  <c:v>44.9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1.63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(6)</c:v>
                </c:pt>
                <c:pt idx="1">
                  <c:v>1.5-hour call-outs (7)</c:v>
                </c:pt>
                <c:pt idx="2">
                  <c:v>2.5-hour call-outs (4)</c:v>
                </c:pt>
                <c:pt idx="3">
                  <c:v>3-hour call-outs (9)</c:v>
                </c:pt>
                <c:pt idx="4">
                  <c:v>2-hour call-outs (11)</c:v>
                </c:pt>
                <c:pt idx="5">
                  <c:v>4-hour call-outs (10)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40.7</c:v>
                </c:pt>
                <c:pt idx="1">
                  <c:v>43.5</c:v>
                </c:pt>
                <c:pt idx="2">
                  <c:v>47.1</c:v>
                </c:pt>
                <c:pt idx="3">
                  <c:v>48.7</c:v>
                </c:pt>
                <c:pt idx="4">
                  <c:v>48.8</c:v>
                </c:pt>
                <c:pt idx="5">
                  <c:v>50.3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7.84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0.0"%";[Red](0.0"%")</c:formatCode>
                <c:ptCount val="18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March 2026. In short: Jobs made a 42.2% gross margin in March: maintenance contracts the most (63.9%), installations the least (34.9%).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March's jobs made $90,236 gross margin (42.2%). Technician time not charged to jobs took $23,895 and overheads $59,200, leaving $7,141 profit before tax (3.3% of revenue). To cover overheads, jobs need a 38.9%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March · All jobs: 42.2%; Job gross margin, February · All jobs: 44.9%; Gross margin jobs need to break even: 38.9%. In March maintenance contracts made a 63.9% job gross margin, installations made a 34.9% job gross margin, call-outs and repairs made a 47.9% job gross margin (technician time at $68 an hour, wages and all on-costs). Jobs need 38.9% just to cover overheads. Installations: 34.9% gross margin, 0.1 points under the 35.0% target: about $105 on $144,900 of revenue in March. It's below the 38.9% needed to cover overheads, too. Maintenance contracts: 63.9% gross margin, 28.9 points over the 35.0% target ($12,142 ahead on $42,000 in March).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March · Maintenance contracts: 63.9%; Job gross margin, February · Maintenance contracts: 63.9%; Gross margin jobs need to break even: 38.9%. All 13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March). All maintenance contracts: 63.9% gross margin, 28.9 points over the 35.0% target ($12,142 ahead on $42,000 in March).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March 2026. The month's fee less materials and technician time at $68/hour. Target 35.0% is what to price for; break-even 38.9%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March · Installations: 34.9%; Job gross margin, February · Installations: 38.6%; Gross margin jobs need to break even: 38.9%. 3 of the 5 installation jobs invoiced in March made less than the 35.0% job gross margin target. The Rocklea school switchboard upgrade made a 25.8% job gross margin: 107.0 h of technician time ($7,276) and $2,700 of subcontractors on a $29,900 job. Jobs need 38.9% gross margin just to cover overheads. 3 installations under the 35.0% target, worth about $4,258 between them on $76,800 of revenue. The biggest gap, Rocklea school switchboard upgrade: 25.8% gross margin, 9.2 points under the 35.0% target: about $2,741 on $29,900 of revenue in March. It's below the 38.9%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March · Call-outs and repairs: 47.9%; Job gross margin, February · Call-outs and repairs: 48.3%; Gross margin jobs need to break even: 38.9%; Technician time charged, March: $18,826; Materials charged, March: $7,852. 47 call-outs in March billed $18,826 of technician time and $7,852 of materials ($6,040 at cost plus 30%), and made a 47.9% job gross margin between them. Gross margins run from 40.7% to 50.3% by length: the hourly rate covers technician time comfortably, so the gross margin mostly moves with how much material goes on the van. All call-outs: 47.9% gross margin, 12.9 points over the 35.0% target ($3,447 ahead on $26,678 in March).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Jobs made a 42.2% gross margin in March: maintenance contracts the most (63.9%), installations the least (34.9%).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March's jobs made $90,236 gross margin (42.2%). Technician time not charged to jobs took $23,895 and overheads $59,200, leaving $7,141 profit before tax (3.3% of revenue). To cover overheads, jobs need a 38.9%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$79,587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$55,692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$23,895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$66,341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$213,578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March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(March)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02841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05561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March maintenance contracts made a 63.9% job gross margin, installations made a 34.9% job gross margin, call-outs and repairs made a 47.9% job gross margin (technician time at $68 an hour, wages and all on-costs). Jobs need 38.9%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34.9% gross margin, 0.1 points under the 35.0% target: about $105 on $144,900 of revenue in March. It's below the 38.9% needed to cover overheads, too. Maintenance contracts: 63.9% gross margin, 28.9 points over the 35.0% target ($12,142 ahead on $42,000 in March).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(March)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13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March). All maintenance contracts: 63.9% gross margin, 28.9 points over the 35.0% target ($12,142 ahead on $42,000 in March).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38.9%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82544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85264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(March)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273991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76711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68021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70741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of the 5 installation jobs invoiced in March made less than the 35.0% job gross margin target. The Rocklea school switchboard upgrade made a 25.8% job gross margin: 107.0 h of technician time ($7,276) and $2,700 of subcontractors on a $29,900 job. Jobs need 38.9%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installations under the 35.0% target, worth about $4,258 between them on $76,800 of revenue. The biggest gap, Rocklea school switchboard upgrade: 25.8% gross margin, 9.2 points under the 35.0% target: about $2,741 on $29,900 of revenue in March. It's below the 38.9%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(March)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March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$18,826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70.6%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March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$7,852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$6,040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798018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00738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9011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41731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47 call-outs in March billed $18,826 of technician time and $7,852 of materials ($6,040 at cost plus 30%), and made a 47.9% job gross margin between them. Gross margins run from 40.7% to 50.3%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47.9% gross margin, 12.9 points over the 35.0% target ($3,447 ahead on $26,678 in March).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