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reached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dPt>
            <c:idx val="3"/>
            <c:spPr>
              <a:solidFill>
                <a:srgbClr val="7D8790"/>
              </a:solidFill>
            </c:spPr>
          </c:dPt>
          <c:cat>
            <c:strRef>
              <c:f>Sheet1!$A$2:$A$5</c:f>
              <c:strCache>
                <c:ptCount val="4"/>
                <c:pt idx="0">
                  <c:v>Youth outreach</c:v>
                </c:pt>
                <c:pt idx="1">
                  <c:v>Housing support</c:v>
                </c:pt>
                <c:pt idx="2">
                  <c:v>Digital literacy</c:v>
                </c:pt>
                <c:pt idx="3">
                  <c:v>Community meals</c:v>
                </c:pt>
              </c:strCache>
            </c:strRef>
          </c:cat>
          <c:val>
            <c:numRef>
              <c:f>Sheet1!$B$2:$B$5</c:f>
              <c:numCache>
                <c:formatCode>0.0"%";[Red](0.0"%")</c:formatCode>
                <c:ptCount val="4"/>
                <c:pt idx="0">
                  <c:v>80.9</c:v>
                </c:pt>
                <c:pt idx="1">
                  <c:v>85.1</c:v>
                </c:pt>
                <c:pt idx="2">
                  <c:v>85.1</c:v>
                </c:pt>
                <c:pt idx="3">
                  <c:v>88.6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3.49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 helped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#,##0;[Red](#,##0)</c:formatCode>
                <c:ptCount val="18"/>
                <c:pt idx="0">
                  <c:v>175</c:v>
                </c:pt>
                <c:pt idx="1">
                  <c:v>211</c:v>
                </c:pt>
                <c:pt idx="2">
                  <c:v>195</c:v>
                </c:pt>
                <c:pt idx="3">
                  <c:v>308</c:v>
                </c:pt>
                <c:pt idx="4">
                  <c:v>297</c:v>
                </c:pt>
                <c:pt idx="5">
                  <c:v>278</c:v>
                </c:pt>
                <c:pt idx="6">
                  <c:v>314</c:v>
                </c:pt>
                <c:pt idx="7">
                  <c:v>305</c:v>
                </c:pt>
                <c:pt idx="8">
                  <c:v>265</c:v>
                </c:pt>
                <c:pt idx="9">
                  <c:v>425</c:v>
                </c:pt>
                <c:pt idx="10">
                  <c:v>446</c:v>
                </c:pt>
                <c:pt idx="11">
                  <c:v>474</c:v>
                </c:pt>
                <c:pt idx="12">
                  <c:v>506</c:v>
                </c:pt>
                <c:pt idx="13">
                  <c:v>495</c:v>
                </c:pt>
                <c:pt idx="14">
                  <c:v>521</c:v>
                </c:pt>
                <c:pt idx="15">
                  <c:v>427</c:v>
                </c:pt>
                <c:pt idx="16">
                  <c:v>396</c:v>
                </c:pt>
                <c:pt idx="17">
                  <c:v>412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6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you help this month, and how many couldn't you reach?. Sample Community Services Ltd. Period: March 2026. In short: 412 people helped in March; 69 couldn't be reached (85.7% reached, target 90.0%).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you help this month, and how many couldn't you reach?. People helped, March: 412; Couldn't reach, March: 69; Share reached, March: 85.7%. 412 people were helped in March, and 69 came to a program but couldn't be helped: 85.7% reached (target 90.0%), against 90.2% in February. Youth outreach reached the smallest share: 80.9% (21 couldn't be helped). The main reason: program at capacity (29 people).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helped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people couldn't be helped, March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people did you help this month, and how many couldn't you reach?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March 2026. In short: 412 people helped in March; 69 couldn't be reached (85.7% reached, target 90.0%).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2026: Locked. March 2026 is locked (closed 2 Apr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145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How many people did you help this month, and how many couldn't you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344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Share of people reached, by program, March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People helped, March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February 396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Couldn't reach, March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8A6D3B"/>
                </a:solidFill>
                <a:latin typeface="Roboto"/>
              </a:rPr>
              <a:t>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February 43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Share reached, March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85.7%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543556"/>
          <a:ext cx="11277295" cy="2267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9528067" y="2611587"/>
            <a:ext cx="0" cy="1995586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30787" y="4607173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90.0%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31308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94360" y="5186172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460492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412 people were helped in March, and 69 came to a program but couldn't be helped: 85.7% reached (target 90.0%), against 90.2% in February.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5131308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370167" y="5186172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5460492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Youth outreach reached the smallest share: 80.9% (21 couldn't be helped). The main reason: program at capacity (29 people).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People helped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people couldn't be helped, March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Main reason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People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Program at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Waitlist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Outside the service area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Couldn't make contact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Not eligible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