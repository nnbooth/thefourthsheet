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March 2026. In short: $227 per new customer in March: 37 new customers from $8,400 of marketing.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March 2026: $227; March last year: $247; Year to date (Jul to Mar 2026): $227. 37 new customers came from $8,400 of marketing in March, against 39 from $8,600 in February: $227 each, up from $221. Worth knowing which channels brought this month's customers in: recording the source of each new customer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In short: $227 per new customer in March: 37 new customers from $8,400 of marketing.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$221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34 new customers from $8,400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37 new customers came from $8,400 of marketing in March, against 39 from $8,600 in February: $227 each, up from $221.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Worth knowing which channels brought this month's customers in: recording the source of each new customer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