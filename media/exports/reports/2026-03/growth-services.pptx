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March against March last year: 43.7%; Year to date (Jul to Mar 2026): $810,325; Gross margin, year to date: 67.2%. Revenue is $810,325 this financial year to date (Jul to Mar 2026). Training makes the highest gross margin (76.4%); Projects the lowest (65.2%). The business needs 62.4% gross margin just to cover overheads. Projects: 65.2% gross margin, 25.2 points over the 40.0% target ($128,735 ahead on $511,425 this financial year to date). Training: 76.4% gross margin, 36.4 points over the 40.0% target ($26,100 ahead on $71,800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March against March last year: 55.8%; Year to date (Jul to Mar 2026): $511,425; Gross margin, year to date: 65.2%. Projects brought in $511,425 this financial year to date, at a 65.2% gross margin (below the 67.2% overall). Projects: 65.2% gross margin, 25.2 points over the 40.0% target ($128,735 ahead on $511,425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March against March last year: 29.6%; Year to date (Jul to Mar 2026): $227,100; Gross margin, year to date: 69.0%. Retainers brought in $227,100 this financial year to date, at a 69.0% gross margin (above the 67.2% overall). Retainers: 69.0% gross margin, 29.0 points over the 40.0% target ($65,880 ahead on $227,100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March against March last year: 0.0%; Year to date (Jul to Mar 2026): $71,800; Gross margin, year to date: 76.4%. Training brought in $71,800 this financial year to date, at a 76.4% gross margin (above the 67.2% overall). Training: 76.4% gross margin, 36.4 points over the 40.0% target ($26,100 ahead on $71,800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Mar 2026) against the same period last year · Services. Same period last year: Not available: the data starts October 2024. From gross margin to profit: March's client work made $80,495 gross margin (66.4%). Consultant time not charged to client work took $24,072 and overheads $51,560, leaving $4,863 profit before tax (4.0% of revenue). To cover overheads, client work needs a 62.4%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$121,215 against $84,340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$810,325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$544,845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$810,325 this financial year to date (Jul to Mar 2026). Training makes the highest gross margin (76.4%); Projects the lowest (65.2%). The business needs 62.4%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65.2% gross margin, 25.2 points over the 40.0% target ($128,735 ahead on $511,425 this financial year to date). Training: 76.4% gross margin, 36.4 points over the 40.0% target ($26,100 ahead on $71,800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$83,115 against $53,340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$511,425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$333,305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$511,425 this financial year to date, at a 65.2% gross margin (below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65.2% gross margin, 25.2 points over the 40.0% target ($128,735 ahead on $511,425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$24,000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$156,720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$227,100 this financial year to date, at a 69.0%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69.0% gross margin, 29.0 points over the 40.0% target ($65,880 ahead on $227,100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$7,000 against $7,000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$71,800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76.4%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$54,820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$71,800 this financial year to date, at a 76.4% gross margin (above the 67.2%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76.4% gross margin, 36.4 points over the 40.0% target ($26,100 ahead on $71,800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client work made $80,495 gross margin (66.4%). Consultant time not charged to client work took $24,072 and overheads $51,560, leaving $4,863 profit before tax (4.0% of revenue). To cover overheads, client work needs a 62.4%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$511,425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$333,305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$156,720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$810,325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$544,845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