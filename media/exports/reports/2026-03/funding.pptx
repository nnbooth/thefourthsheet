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March 2026. In short: Grants cost 13¢ to raise each dollar in March;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March it cost: Grants 13¢, donations 13¢ to raise each dollar. 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$560,236 raised this financial year to date (74.1% of everything raised), $63,900 to raise it, so $496,336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$152,600 raised this financial year to date (20.2% of everything raised), $22,900 to raise it, so $129,700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(5.7%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13¢; Dearest to raise: Donations 13¢; Raised, year to date $755,836.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Mar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Grants cost 13¢ to raise each dollar in March;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March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it cost: Grants 13¢,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$560,236 raised this financial year to date (74.1% of everything raised), $63,900 to raise it, so $496,336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$152,600 raised this financial year to date (20.2% of everything raised), $22,900 to raise it, so $129,700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(5.7%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March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March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$755,836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Mar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Mar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$496,336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