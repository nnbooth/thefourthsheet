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Community meals (2025-26)</c:v>
                </c:pt>
                <c:pt idx="1">
                  <c:v>Digital literacy</c:v>
                </c:pt>
                <c:pt idx="2">
                  <c:v>Emergency relief</c:v>
                </c:pt>
                <c:pt idx="3">
                  <c:v>Youth outreach</c:v>
                </c:pt>
                <c:pt idx="4">
                  <c:v>Housing support (2025)</c:v>
                </c:pt>
              </c:strCache>
            </c:strRef>
          </c:cat>
          <c:val>
            <c:numRef>
              <c:f>Sheet1!$B$2:$B$6</c:f>
              <c:numCache>
                <c:formatCode>$#,##0;[Red]($#,##0);"-"</c:formatCode>
                <c:ptCount val="5"/>
                <c:pt idx="0">
                  <c:v>5411</c:v>
                </c:pt>
                <c:pt idx="1">
                  <c:v>8003</c:v>
                </c:pt>
                <c:pt idx="2">
                  <c:v>19898</c:v>
                </c:pt>
                <c:pt idx="3">
                  <c:v>36791</c:v>
                </c:pt>
                <c:pt idx="4">
                  <c:v>52362</c:v>
                </c:pt>
              </c:numCache>
            </c:numRef>
          </c:val>
        </c:ser>
        <c:dLbls>
          <c:numFmt formatCode="$#,##0;[Red]($#,##0);&quot;-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216.299999999996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31100</c:v>
                </c:pt>
                <c:pt idx="4">
                  <c:v>31300</c:v>
                </c:pt>
                <c:pt idx="5">
                  <c:v>24200</c:v>
                </c:pt>
                <c:pt idx="6">
                  <c:v>26600</c:v>
                </c:pt>
                <c:pt idx="7">
                  <c:v>30900</c:v>
                </c:pt>
                <c:pt idx="8">
                  <c:v>24100</c:v>
                </c:pt>
                <c:pt idx="9">
                  <c:v>28100</c:v>
                </c:pt>
                <c:pt idx="10">
                  <c:v>26300</c:v>
                </c:pt>
                <c:pt idx="11">
                  <c:v>27700</c:v>
                </c:pt>
                <c:pt idx="12">
                  <c:v>26600</c:v>
                </c:pt>
                <c:pt idx="13">
                  <c:v>30000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17363</c:v>
                </c:pt>
                <c:pt idx="10">
                  <c:v>21144</c:v>
                </c:pt>
                <c:pt idx="11">
                  <c:v>17537</c:v>
                </c:pt>
                <c:pt idx="12">
                  <c:v>21925</c:v>
                </c:pt>
                <c:pt idx="13">
                  <c:v>21079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10400</c:v>
                </c:pt>
                <c:pt idx="1">
                  <c:v>13400</c:v>
                </c:pt>
                <c:pt idx="2">
                  <c:v>11900</c:v>
                </c:pt>
                <c:pt idx="3">
                  <c:v>12700</c:v>
                </c:pt>
                <c:pt idx="4">
                  <c:v>10500</c:v>
                </c:pt>
                <c:pt idx="5">
                  <c:v>12200</c:v>
                </c:pt>
                <c:pt idx="6">
                  <c:v>13500</c:v>
                </c:pt>
                <c:pt idx="7">
                  <c:v>13200</c:v>
                </c:pt>
                <c:pt idx="8">
                  <c:v>11900</c:v>
                </c:pt>
                <c:pt idx="9">
                  <c:v>10200</c:v>
                </c:pt>
                <c:pt idx="10">
                  <c:v>10600</c:v>
                </c:pt>
                <c:pt idx="11">
                  <c:v>12900</c:v>
                </c:pt>
                <c:pt idx="12">
                  <c:v>12300</c:v>
                </c:pt>
                <c:pt idx="13">
                  <c:v>11400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5160</c:v>
                </c:pt>
                <c:pt idx="13">
                  <c:v>4585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Spend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$#,##0;[Red]($#,##0);"-"</c:formatCode>
                <c:ptCount val="1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3400</c:v>
                </c:pt>
                <c:pt idx="10">
                  <c:v>3500</c:v>
                </c:pt>
                <c:pt idx="11">
                  <c:v>4000</c:v>
                </c:pt>
                <c:pt idx="12">
                  <c:v>3200</c:v>
                </c:pt>
                <c:pt idx="13">
                  <c:v>3100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each program really cost?. Sample Community Services Ltd. Period: November 2025. In short: Housing support (2025) costs $52,362 in full in November: $22,362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programs. Housing support (2025) is the biggest program: $52,362 in November once its share of untied program costs and administration is added to $30,000 of grant spending. Shared costs add 74.5% on top of grant spending across all programs. 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Housing support (2025). Housing support (2025) cost $52,362 in full in November: $30,000 paid by the State Housing Program grant, and $22,362 of shared costs no grant covers. It has spent 99.6% of its budget to date, with $29,100 left and 1 months to go. 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Youth outreach. Youth outreach cost $36,791 in full in November: $21,079 paid by the State Department of Families grant, and $15,712 of shared costs no grant covers. It has spent 99.0% of its budget to date, with $380,952 left and 19 months to go. 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Emergency relief. Emergency relief cost $19,898 in full in November: $11,400 paid by the Federal community grant grant, and $8,498 of shared costs no grant covers. It has spent 99.7% of its budget to date (spending before October 2024 taken at budget), with $12,900 left and 1 months to go. 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Digital literacy. Digital literacy cost $8,003 in full in November: $4,585 paid by the Philanthropic foundation grant, and $3,418 of shared costs no grant covers. It has spent 97.5% of its budget to date, with $80,255 left and 16 months to go. 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Community meals (2025-26). Community meals (2025-26) cost $5,411 in full in November: $3,100 paid by the Local council community grant grant, and $2,311 of shared costs no grant covers. It has spent 93.8% of its budget to date, with $26,800 left and 7 months to go. 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each program really cost?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98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Housing support (2025) costs $52,362 in full in November: $22,362 more than its grant spending, once its share of shared costs is added. Each program's full cost: what its grant pays for, plus its fair share of the costs no single grant covers (untied program costs and administration, shared by grant spending). Pick a program and every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752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programs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Full cost of each program, November 2025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26517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021836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is the biggest program: $52,362 in November once its share of untied program costs and administration is added to $30,000 of grant spending. Shared costs add 74.5% on top of grant spending across all programs.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021836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076700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4351020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(not just the grant line) is the number for renewal applications, where the funder lets you recover a share of overheads. Pick a program above to see it on its own.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Housing support (2025)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Housing support (2025)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(2025) cost $52,362 in full in November: $30,000 paid by the State Housing Program grant, and $22,362 of shared costs no grant covers. It has spent 99.6% of its budget to date, with $29,100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$52,362 a month; $22,362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Youth outreach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Youth outreach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Youth outreach cost $36,791 in full in November: $21,079 paid by the State Department of Families grant, and $15,712 of shared costs no grant covers. It has spent 99.0% of its budget to date, with $380,952 left and 19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$36,791 a month; $15,712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Emergency relief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Emergency relief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4457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Emergency relief cost $19,898 in full in November: $11,400 paid by the Federal community grant grant, and $8,498 of shared costs no grant covers. It has spent 99.7% of its budget to date (spending before October 2024 taken at budget), with $12,900 left and 1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$19,898 a month; $8,498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Digital literacy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Digital literacy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Digital literacy cost $8,003 in full in November: $4,585 paid by the Philanthropic foundation grant, and $3,418 of shared costs no grant covers. It has spent 97.5% of its budget to date, with $80,255 left and 16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$8,003 a month; $3,418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Community meals (2025-26)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What does each program really cost?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Grant spending, by month · Community meals (2025-26)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643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(2025-26) cost $5,411 in full in November: $3,100 paid by the Local council community grant grant, and $2,311 of shared costs no grant covers. It has spent 93.8% of its budget to date, with $26,800 left and 7 months to go.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full cost is $5,411 a month; $2,311 of it is shared cost the grant doesn't pay for. Worth asking for as much of it as the funder allows at renewal.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program-cost.pptx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