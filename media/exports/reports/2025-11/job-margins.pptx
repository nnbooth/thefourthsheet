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31.3</c:v>
                </c:pt>
                <c:pt idx="1">
                  <c:v>49.0</c:v>
                </c:pt>
                <c:pt idx="2">
                  <c:v>63.8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3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cat>
            <c:strRef>
              <c:f>Sheet1!$A$2:$A$13</c:f>
              <c:strCache>
                <c:ptCount val="12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</c:strCache>
            </c:strRef>
          </c:cat>
          <c:val>
            <c:numRef>
              <c:f>Sheet1!$B$2:$B$13</c:f>
              <c:numCache>
                <c:formatCode>0.0"%";[Red](0.0"%")</c:formatCode>
                <c:ptCount val="12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86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Windsor office solar and battery</c:v>
                </c:pt>
                <c:pt idx="1">
                  <c:v>Newstead warehouse solar and battery</c:v>
                </c:pt>
                <c:pt idx="2">
                  <c:v>Capalaba factory solar and battery</c:v>
                </c:pt>
                <c:pt idx="3">
                  <c:v>Everton Park office LED lighting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22.7</c:v>
                </c:pt>
                <c:pt idx="1">
                  <c:v>27.5</c:v>
                </c:pt>
                <c:pt idx="2">
                  <c:v>28.2</c:v>
                </c:pt>
                <c:pt idx="3">
                  <c:v>46.5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474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(4)</c:v>
                </c:pt>
                <c:pt idx="1">
                  <c:v>1.5-hour call-outs (7)</c:v>
                </c:pt>
                <c:pt idx="2">
                  <c:v>2-hour call-outs (14)</c:v>
                </c:pt>
                <c:pt idx="3">
                  <c:v>3-hour call-outs (10)</c:v>
                </c:pt>
                <c:pt idx="4">
                  <c:v>4-hour call-outs (11)</c:v>
                </c:pt>
                <c:pt idx="5">
                  <c:v>2.5-hour call-outs (4)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42.7</c:v>
                </c:pt>
                <c:pt idx="1">
                  <c:v>44.9</c:v>
                </c:pt>
                <c:pt idx="2">
                  <c:v>46.8</c:v>
                </c:pt>
                <c:pt idx="3">
                  <c:v>50.5</c:v>
                </c:pt>
                <c:pt idx="4">
                  <c:v>51.2</c:v>
                </c:pt>
                <c:pt idx="5">
                  <c:v>51.9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684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November 2025. In short: Jobs made a 40.5% gross margin in November: maintenance contracts the most (63.8%), installations the least (31.3%).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November's jobs made $79,024 gross margin (40.5%). Technician time not charged to jobs took $12,104 and overheads $57,960, leaving $8,960 profit before tax (4.6% of revenue). To cover overheads, jobs need a 35.9%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November · All jobs: 40.5%; Job gross margin, October · All jobs: 44.7%; Gross margin jobs need to break even: 35.9%. In November maintenance contracts made a 63.8% job gross margin, installations made a 31.3% job gross margin, call-outs and repairs made a 49.0% job gross margin (technician time at $68 an hour, wages and all on-costs). Jobs need 35.9% just to cover overheads. Installations: 31.3% gross margin, 3.7 points under the 35.0% target: about $4,689 on $126,900 of revenue in November. It's below the 35.9% needed to cover overheads, too. Maintenance contracts: 63.8% gross margin, 28.8 points over the 35.0% target ($11,549 ahead on $40,100 in November).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November · Maintenance contracts: 63.8%; Job gross margin, October · Maintenance contracts: 63.8%; Gross margin jobs need to break even: 35.9%. All 12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November). All maintenance contracts: 63.8% gross margin, 28.8 points over the 35.0% target ($11,549 ahead on $40,100 in November).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November 2025. The month's fee less materials and technician time at $68/hour. Target 35.0% is what to price for; break-even 35.9%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November · Installations: 31.3%; Job gross margin, October · Installations: 34.1%; Gross margin jobs need to break even: 35.9%. 3 of the 4 installation jobs invoiced in November made less than the 35.0% job gross margin target. The Windsor office solar and battery made a 22.7% job gross margin: 96.0 h of technician time ($6,528) and $2,600 of subcontractors on a $26,300 job. Jobs need 35.9% gross margin just to cover overheads. 3 installations under the 35.0% target, worth about $8,245 between them on $95,900 of revenue. The biggest gap, Windsor office solar and battery: 22.7% gross margin, 12.3 points under the 35.0% target: about $3,233 on $26,300 of revenue in November. It's below the 35.9%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November · Call-outs and repairs: 49.0%; Job gross margin, October · Call-outs and repairs: 47.7%; Gross margin jobs need to break even: 35.9%; Technician time charged, November: $20,621; Materials charged, November: $7,345. 50 call-outs in November billed $20,621 of technician time and $7,345 of materials ($5,650 at cost plus 30%), and made a 49.0% job gross margin between them. Gross margins run from 42.7% to 51.9% by length: the hourly rate covers technician time comfortably, so the gross margin mostly moves with how much material goes on the van. All call-outs: 49.0% gross margin, 14.0 points over the 35.0% target ($3,926 ahead on $27,966 in November).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Jobs made a 40.5% gross margin in November: maintenance contracts the most (63.8%), installations the least (31.3%).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November's jobs made $79,024 gross margin (40.5%). Technician time not charged to jobs took $12,104 and overheads $57,960, leaving $8,960 profit before tax (4.6% of revenue). To cover overheads, jobs need a 35.9%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$62,016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$12,104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$57,960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$194,966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November 2025.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(November)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60588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3308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22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542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November maintenance contracts made a 63.8% job gross margin, installations made a 31.3% job gross margin, call-outs and repairs made a 49.0% job gross margin (technician time at $68 an hour, wages and all on-costs). Jobs need 35.9%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31.3% gross margin, 3.7 points under the 35.0% target: about $4,689 on $126,900 of revenue in November. It's below the 35.9% needed to cover overheads, too. Maintenance contracts: 63.8% gross margin, 28.8 points over the 35.0% target ($11,549 ahead on $40,100 in November).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(November)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12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November). All maintenance contracts: 63.8% gross margin, 28.8 points over the 35.0% target ($11,549 ahead on $40,100 in November).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35.9%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9828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100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76912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79632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(November)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121437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24157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3152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424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of the 4 installation jobs invoiced in November made less than the 35.0% job gross margin target. The Windsor office solar and battery made a 22.7% job gross margin: 96.0 h of technician time ($6,528) and $2,600 of subcontractors on a $26,300 job. Jobs need 35.9%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installations under the 35.0% target, worth about $8,245 between them on $95,900 of revenue. The biggest gap, Windsor office solar and battery: 22.7% gross margin, 12.3 points under the 35.0% target: about $3,233 on $26,300 of revenue in November. It's below the 35.9%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(November)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November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$20,621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73.7%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November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$7,345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$5,650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676010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8730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4640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7360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35.9%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50 call-outs in November billed $20,621 of technician time and $7,345 of materials ($5,650 at cost plus 30%), and made a 49.0% job gross margin between them. Gross margins run from 42.7% to 51.9%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49.0% gross margin, 14.0 points over the 35.0% target ($3,926 ahead on $27,966 in November).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