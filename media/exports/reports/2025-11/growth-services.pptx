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November against November last year: (21.8%); Year to date (Jul to Nov 2025): $399,325; Gross margin, year to date: 67.2%. Revenue is $399,325 this financial year to date (Jul to Nov 2025). Training makes the highest gross margin (78.0%); Projects the lowest (65.0%). The business needs 74.9% gross margin just to cover overheads. Projects: 65.0% gross margin, 25.0 points over the 40.0% target ($64,595 ahead on $258,525 this financial year to date). Training: 78.0% gross margin, 38.0 points over the 40.0% target ($14,460 ahead on $38,100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November against November last year: (46.5%); Year to date (Jul to Nov 2025): $258,525; Gross margin, year to date: 65.0%. Projects brought in $258,525 this financial year to date, at a 65.0% gross margin (below the 67.2% overall). Projects: 65.0% gross margin, 25.0 points over the 40.0% target ($64,595 ahead on $258,525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November against November last year: 88.5%; Year to date (Jul to Nov 2025): $102,700; Gross margin, year to date: 68.6%. Retainers brought in $102,700 this financial year to date, at a 68.6% gross margin (above the 67.2% overall). Retainers: 68.6% gross margin, 28.6 points over the 40.0% target ($29,400 ahead on $102,700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November against November last year: 90.2%; Year to date (Jul to Nov 2025): $38,100; Gross margin, year to date: 78.0%. Training brought in $38,100 this financial year to date, at a 78.0% gross margin (above the 67.2% overall). Training: 78.0% gross margin, 38.0 points over the 40.0% target ($14,460 ahead on $38,100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Nov 2025) against the same period last year · Services. Same period last year: Not available: the data starts October 2024. From gross margin to profit: November's client work made $61,435 gross margin (66.4%). Consultant time not charged to client work took $18,060 and overheads $51,270, leaving ($7,895) profit before tax ((8.5%) of revenue). To cover overheads, client work needs a 74.9%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(21.8%)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$92,575 against $118,390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$399,325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$268,185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$399,325 this financial year to date (Jul to Nov 2025). Training makes the highest gross margin (78.0%); Projects the lowest (65.0%). The business needs 74.9%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($64,595 ahead on $258,525 this financial year to date). Training: 78.0% gross margin, 38.0 points over the 40.0% target ($14,460 ahead on $38,100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(46.5%)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$51,775 against $96,790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$258,525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$168,005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$258,525 this financial year to date, at a 65.0% gross margin (below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($64,595 ahead on $258,525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$102,700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$70,480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$102,700 this financial year to date, at a 68.6% gross margin (above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68.6% gross margin, 28.6 points over the 40.0% target ($29,400 ahead on $102,700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$9,700 against $5,100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$38,100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$29,700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$38,100 this financial year to date, at a 78.0% gross margin (above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78.0% gross margin, 38.0 points over the 40.0% target ($14,460 ahead on $38,100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Nov 2025)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November's client work made $61,435 gross margin (66.4%). Consultant time not charged to client work took $18,060 and overheads $51,270, leaving ($7,895) profit before tax ((8.5%) of revenue). To cover overheads, client work needs a 74.9%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$258,525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$168,005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$102,700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$70,480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$38,100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$399,325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$268,185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