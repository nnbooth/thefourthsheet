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61.5</c:v>
                </c:pt>
                <c:pt idx="1">
                  <c:v>69.6</c:v>
                </c:pt>
                <c:pt idx="2">
                  <c:v>88.9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23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November 2025. In short: 66.7% called back within 2 working hours in November (target 80.0%); median wait 79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November: 66.7%; Median wait, November: 79 min; Enquiries, November: 84. 66.7% of the 84 enquiries called back in November heard back within 2 working hours (target 80.0%), down from 67.0% in October. The median wait was 79 working minutes. 11 more enquiries would have needed a faster callback to reach the 80.0% target. Phone enquiries are the slowest: 61.5%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November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66.7% called back within 2 working hours in November (target 80.0%); median wait 79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October 67.0%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75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100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66.7% of the 84 enquiries called back in November heard back within 2 working hours (target 80.0%), down from 67.0% in October. The median wait was 79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11 more enquiries would have needed a faster callback to reach the 80.0% target. Phone enquiries are the slowest: 61.5%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958660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1380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