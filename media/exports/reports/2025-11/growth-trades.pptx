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November against November last year: (2.6%); Year to date (Jul to Nov 2025): $845,315; Gross margin, year to date: 43.9%. Revenue is $845,315 this financial year to date (Jul to Nov 2025). Maintenance contracts make the highest gross margin (63.8%); Installations the lowest (35.9%). The business needs 35.9% gross margin just to cover overheads. Installations: 35.9% gross margin, 0.9 points over the 35.0% target ($4,938 ahead on $539,000 this financial year to date). Maintenance contracts: 63.8% gross margin, 28.8 points over the 35.0% target ($55,300 ahead on $191,800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November against November last year: 45.0%; Year to date (Jul to Nov 2025): $191,800; Gross margin, year to date: 63.8%. Maintenance contracts brought in $191,800 this financial year to date, at a 63.8% gross margin (above the 43.9% overall). Maintenance contracts: 63.8% gross margin, 28.8 points over the 35.0% target ($55,300 ahead on $191,800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November against November last year: (13.7%); Year to date (Jul to Nov 2025): $539,000; Gross margin, year to date: 35.9%. Installations brought in $539,000 this financial year to date, at a 35.9% gross margin (below the 43.9% overall). Installations: 35.9% gross margin, 0.9 points over the 35.0% target ($4,938 ahead on $539,000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November against November last year: 10.2%; Year to date (Jul to Nov 2025): $114,515; Gross margin, year to date: 48.3%. Call-outs and repairs brought in $114,515 this financial year to date, at a 48.3% gross margin (above the 43.9% overall). Call-outs and repairs: 48.3% gross margin, 13.3 points over the 35.0% target ($15,185 ahead on $114,515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Nov 2025) against the same period last year · Trades. Same period last year: Not available: the data starts October 2024. From gross margin to profit: November's jobs made $79,024 gross margin (40.5%). Technician time not charged to jobs took $12,104 and overheads $57,960, leaving $8,960 profit before tax (4.6% of revenue). To cover overheads, jobs need a 35.9%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$194,966 against $200,124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$845,315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$371,283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$845,315 this financial year to date (Jul to Nov 2025). Maintenance contracts make the highest gross margin (63.8%); Installations the lowest (35.9%). The business needs 35.9%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35.9% gross margin, 0.9 points over the 35.0% target ($4,938 ahead on $539,000 this financial year to date). Maintenance contracts: 63.8% gross margin, 28.8 points over the 35.0% target ($55,300 ahead on $191,800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$40,100 against $27,650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$191,800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$122,430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$191,800 this financial year to date, at a 63.8% gross margin (above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($55,300 ahead on $191,800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(13.7%)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$126,900 against $147,100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$539,000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$193,588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$539,000 this financial year to date, at a 35.9% gross margin (below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35.9% gross margin, 0.9 points over the 35.0% target ($4,938 ahead on $539,000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against November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$27,966 against $25,374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$114,515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$55,265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$114,515 this financial year to date, at a 48.3% gross margin (above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48.3% gross margin, 13.3 points over the 35.0% target ($15,185 ahead on $114,515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Nov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November's jobs made $79,024 gross margin (40.5%). Technician time not charged to jobs took $12,104 and overheads $57,960, leaving $8,960 profit before tax (4.6% of revenue). To cover overheads, jobs need a 35.9%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$122,430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$539,000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$193,588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$114,515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$845,315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$371,283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