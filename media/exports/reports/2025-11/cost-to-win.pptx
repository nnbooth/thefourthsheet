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November 2025. In short: $227 per new customer in November: 37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November 2025: $227; November last year: $255; Year to date (Jul to Nov 2025): $255. 37 new customers came from $8,400 of marketing in November, against 33 from $8,600 in October: $227 each, down from $261.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$227 per new customer in November: 37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$261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33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37 new customers came from $8,400 of marketing in November, against 33 from $8,600 in October: $227 each, down from $261.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