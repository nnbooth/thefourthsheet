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Youth outreach</c:v>
                </c:pt>
                <c:pt idx="1">
                  <c:v>Emergency relief</c:v>
                </c:pt>
                <c:pt idx="2">
                  <c:v>Community meals</c:v>
                </c:pt>
                <c:pt idx="3">
                  <c:v>Housing support</c:v>
                </c:pt>
                <c:pt idx="4">
                  <c:v>Digital literacy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87.0</c:v>
                </c:pt>
                <c:pt idx="1">
                  <c:v>89.6</c:v>
                </c:pt>
                <c:pt idx="2">
                  <c:v>90.4</c:v>
                </c:pt>
                <c:pt idx="3">
                  <c:v>93.3</c:v>
                </c:pt>
                <c:pt idx="4">
                  <c:v>96.0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39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#,##0;[Red](#,##0)</c:formatCode>
                <c:ptCount val="14"/>
                <c:pt idx="0">
                  <c:v>175</c:v>
                </c:pt>
                <c:pt idx="1">
                  <c:v>211</c:v>
                </c:pt>
                <c:pt idx="2">
                  <c:v>195</c:v>
                </c:pt>
                <c:pt idx="3">
                  <c:v>308</c:v>
                </c:pt>
                <c:pt idx="4">
                  <c:v>297</c:v>
                </c:pt>
                <c:pt idx="5">
                  <c:v>278</c:v>
                </c:pt>
                <c:pt idx="6">
                  <c:v>314</c:v>
                </c:pt>
                <c:pt idx="7">
                  <c:v>305</c:v>
                </c:pt>
                <c:pt idx="8">
                  <c:v>265</c:v>
                </c:pt>
                <c:pt idx="9">
                  <c:v>425</c:v>
                </c:pt>
                <c:pt idx="10">
                  <c:v>446</c:v>
                </c:pt>
                <c:pt idx="11">
                  <c:v>474</c:v>
                </c:pt>
                <c:pt idx="12">
                  <c:v>506</c:v>
                </c:pt>
                <c:pt idx="13">
                  <c:v>495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you help this month, and how many couldn't you reach?. Sample Community Services Ltd. Period: November 2025. In short: 495 people helped in November; 52 couldn't be reached (90.5%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you help this month, and how many couldn't you reach?. People helped, November: 495; Couldn't reach, November: 52; Share reached, November: 90.5%. 495 people were helped in November, and 52 came to a program but couldn't be helped: 90.5% reached (target 90.0%), against 91.0% in October. Youth outreach reached the smallest share: 87.0% (17 couldn't be helped). The main reason: program at capacity (17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November 2025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you help this month, and how many couldn't you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November 2025. In short: 495 people helped in November; 52 couldn't be reached (90.5%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you help this month, and how many couldn't you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November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November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495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October 506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November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October 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November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90.5%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5770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172587" y="2620868"/>
            <a:ext cx="0" cy="2267834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075307" y="488870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440680"/>
            <a:ext cx="5501487" cy="914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495 people were helped in November, and 52 came to a program but couldn't be helped: 90.5% reached (target 90.0%), against 91.0% in October.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440680"/>
            <a:ext cx="5501487" cy="914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reached the smallest share: 87.0% (17 couldn't be helped). The main reason: program at capacity (17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November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Couldn't make contact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Outside the service area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Not eligible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