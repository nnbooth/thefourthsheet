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0.0"%";[Red](0.0"%")</c:formatCode>
                <c:ptCount val="14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Installation ran over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2.0</c:v>
                </c:pt>
                <c:pt idx="1">
                  <c:v>5.0</c:v>
                </c:pt>
                <c:pt idx="2">
                  <c:v>11.5</c:v>
                </c:pt>
                <c:pt idx="3">
                  <c:v>13.5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524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Technician T3</c:v>
                </c:pt>
                <c:pt idx="1">
                  <c:v>Technician T2</c:v>
                </c:pt>
                <c:pt idx="2">
                  <c:v>Technician T1</c:v>
                </c:pt>
                <c:pt idx="3">
                  <c:v>Technician T4</c:v>
                </c:pt>
                <c:pt idx="4">
                  <c:v>Technician T5</c:v>
                </c:pt>
              </c:strCache>
            </c:strRef>
          </c:cat>
          <c:val>
            <c:numRef>
              <c:f>Sheet1!$B$2:$B$6</c:f>
              <c:numCache>
                <c:formatCode>#,##0;[Red](#,##0)</c:formatCode>
                <c:ptCount val="5"/>
                <c:pt idx="0">
                  <c:v>2.0</c:v>
                </c:pt>
                <c:pt idx="1">
                  <c:v>3.0</c:v>
                </c:pt>
                <c:pt idx="2">
                  <c:v>6.0</c:v>
                </c:pt>
                <c:pt idx="3">
                  <c:v>8.5</c:v>
                </c:pt>
                <c:pt idx="4">
                  <c:v>12.5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374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November 2025. In short: Overtime was 3.8% of ordinary hours in November (target under 5.0%), up from 2.7%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November: 3.8%; Overtime hours, November: 32.0 h; November last year: 2.7%. Technicians worked 32.0 h of overtime in November, 3.8% of ordinary hours (target under 5.0%), against 3.9% in October. Over the last year it has gone from 2.7% to 3.8%. After-hours call-out is the main reason: 13.5 h, 42.2% of the overtime. Technician T5 carried the most (12.5 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November 2025.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November 2025.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In short: Overtime was 3.8% of ordinary hours in November (target under 5.0%), up from 2.7%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November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November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32.0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38.0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23.5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32.0 h of overtime in November, 3.8% of ordinary hours (target under 5.0%), against 3.9% in October. Over the last year it has gone from 2.7% to 3.8%.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13.5 h, 42.2% of the overtime. Technician T5 carried the most (12.5 h).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November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November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