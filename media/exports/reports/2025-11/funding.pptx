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17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November 2025. In short: Grants cost 10¢ to raise each dollar in November; donations 17¢.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November it cost: Grants 10¢, donations 17¢ to raise each dollar. Cheapest to raise in November: grants (10¢ a dollar). Dearest: donations (17¢).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$322,093 raised this financial year to date (73.3% of everything raised), $35,500 to raise it, so $286,593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$80,500 raised this financial year to date (18.3% of everything raised), $11,900 to raise it, so $68,600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$36,800 raised this financial year to date (8.4% of everything raised), $15,200 to raise it, so $21,600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10¢; Dearest to raise: Donations 17¢; Raised, year to date $439,393.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Nov 2025),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Grants cost 10¢ to raise each dollar in November; donations 17¢.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November 2025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November it cost: Grants 10¢, donations 17¢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November: grants (10¢ a dollar). Dearest: donations (17¢).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$322,093 raised this financial year to date (73.3% of everything raised), $35,500 to raise it, so $286,593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$80,500 raised this financial year to date (18.3% of everything raised), $11,900 to raise it, so $68,600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$36,800 raised this financial year to date (8.4% of everything raised), $15,200 to raise it, so $21,600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November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17¢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November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$439,393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Nov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Nov 2025),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$322,093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$286,593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$80,500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$68,600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