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 by program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Digital literacy</c:v>
                </c:pt>
                <c:pt idx="2">
                  <c:v>Housing support</c:v>
                </c:pt>
                <c:pt idx="3">
                  <c:v>Youth outreach</c:v>
                </c:pt>
                <c:pt idx="4">
                  <c:v>Community meals</c:v>
                </c:pt>
                <c:pt idx="5">
                  <c:v>Mental health first aid</c:v>
                </c:pt>
              </c:strCache>
            </c:strRef>
          </c:cat>
          <c:val>
            <c:numRef>
              <c:f>Sheet1!$B$2:$B$7</c:f>
              <c:numCache>
                <c:formatCode>#,##0;[Red](#,##0)</c:formatCode>
                <c:ptCount val="6"/>
                <c:pt idx="0">
                  <c:v>43.5</c:v>
                </c:pt>
                <c:pt idx="1">
                  <c:v>107.0</c:v>
                </c:pt>
                <c:pt idx="2">
                  <c:v>136.0</c:v>
                </c:pt>
                <c:pt idx="3">
                  <c:v>136.5</c:v>
                </c:pt>
                <c:pt idx="4">
                  <c:v>155.0</c:v>
                </c:pt>
                <c:pt idx="5">
                  <c:v>202.5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32.87499999999997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#,##0;[Red](#,##0)</c:formatCode>
                <c:ptCount val="14"/>
                <c:pt idx="0">
                  <c:v>381.0</c:v>
                </c:pt>
                <c:pt idx="1">
                  <c:v>373.5</c:v>
                </c:pt>
                <c:pt idx="2">
                  <c:v>383.5</c:v>
                </c:pt>
                <c:pt idx="3">
                  <c:v>387.5</c:v>
                </c:pt>
                <c:pt idx="4">
                  <c:v>376.5</c:v>
                </c:pt>
                <c:pt idx="5">
                  <c:v>444.0</c:v>
                </c:pt>
                <c:pt idx="6">
                  <c:v>422.5</c:v>
                </c:pt>
                <c:pt idx="7">
                  <c:v>562.0</c:v>
                </c:pt>
                <c:pt idx="8">
                  <c:v>568.0</c:v>
                </c:pt>
                <c:pt idx="9">
                  <c:v>609.5</c:v>
                </c:pt>
                <c:pt idx="10">
                  <c:v>627.0</c:v>
                </c:pt>
                <c:pt idx="11">
                  <c:v>708.5</c:v>
                </c:pt>
                <c:pt idx="12">
                  <c:v>817.0</c:v>
                </c:pt>
                <c:pt idx="13">
                  <c:v>780.5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Sample Community Services Ltd. Period: November 2025. In short: 780.5 h of volunteer time in November, from 56 volunteers; most went to Mental health first aid. Every volunteer shift: who (a code, not a name), which program, and how many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Volunteer hours, November: 780.5 h; Volunteers who did a shift, November: 56; Hours per volunteer, November: 13.9 h; November last year: 373.5 h. 56 volunteers gave 780.5 h in November, against 817.0 h in October. Mental health first aid drew the most (202.5 h, 25.9%). Volunteer coordinator had the fewest volunteer hours (43.5 h). Hours are up 109.0% on November last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hours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November 2025. In short: 780.5 h of volunteer time in November, from 56 volunteers; most went to Mental health first aid. Every volunteer shift: who (a code, not a name), which program, and how many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Volunteer hours by program, November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 hours, November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780.5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October 817.0 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Volunteers who did a shift, November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October 54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Hours per volunteer, November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13.9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last year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373.5 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27 volunteers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56 volunteers gave 780.5 h in November, against 817.0 h in October. Mental health first aid drew the most (202.5 h, 25.9%).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had the fewest volunteer hours (43.5 h). Hours are up 109.0% on November last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hours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