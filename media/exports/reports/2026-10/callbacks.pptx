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85.3</c:v>
                </c:pt>
                <c:pt idx="1">
                  <c:v>82.6</c:v>
                </c:pt>
                <c:pt idx="2">
                  <c:v>79.5</c:v>
                </c:pt>
                <c:pt idx="3">
                  <c:v>74.2</c:v>
                </c:pt>
                <c:pt idx="4">
                  <c:v>72.9</c:v>
                </c:pt>
                <c:pt idx="5">
                  <c:v>71.1</c:v>
                </c:pt>
                <c:pt idx="6">
                  <c:v>74.0</c:v>
                </c:pt>
                <c:pt idx="7">
                  <c:v>68.1</c:v>
                </c:pt>
                <c:pt idx="8">
                  <c:v>66.7</c:v>
                </c:pt>
                <c:pt idx="9">
                  <c:v>66.3</c:v>
                </c:pt>
                <c:pt idx="10">
                  <c:v>69.7</c:v>
                </c:pt>
                <c:pt idx="11">
                  <c:v>67.0</c:v>
                </c:pt>
                <c:pt idx="12">
                  <c:v>66.7</c:v>
                </c:pt>
                <c:pt idx="13">
                  <c:v>70.6</c:v>
                </c:pt>
                <c:pt idx="14">
                  <c:v>67.0</c:v>
                </c:pt>
                <c:pt idx="15">
                  <c:v>61.6</c:v>
                </c:pt>
                <c:pt idx="16">
                  <c:v>65.3</c:v>
                </c:pt>
                <c:pt idx="17">
                  <c:v>58.9</c:v>
                </c:pt>
                <c:pt idx="18">
                  <c:v>58.2</c:v>
                </c:pt>
                <c:pt idx="19">
                  <c:v>56.1</c:v>
                </c:pt>
                <c:pt idx="20">
                  <c:v>57.4</c:v>
                </c:pt>
                <c:pt idx="21">
                  <c:v>57.1</c:v>
                </c:pt>
                <c:pt idx="22">
                  <c:v>48.7</c:v>
                </c:pt>
                <c:pt idx="23">
                  <c:v>61.5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40.0</c:v>
                </c:pt>
                <c:pt idx="1">
                  <c:v>60.0</c:v>
                </c:pt>
                <c:pt idx="2">
                  <c:v>100.0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4.9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October 2026 to date. In short: 61.5% called back within 2 working hours in October so far (target 80.0%); median wait 101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October so far: 61.5%; Median wait, October so far: 101 min; Enquiries, October so far: 13. 61.5% of the 13 enquiries called back in October so far heard back within 2 working hours (target 80.0%), up from 48.7% in September. The median wait was 101 working minutes. 2 more enquiries would have needed a faster callback to reach the 80.0% target. Phone enquiries are the slowest: 40.0%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October 2026 to date.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61.5% called back within 2 working hours in October so far (target 80.0%); median wait 101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61.5%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September 48.7%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101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122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119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61.5% of the 13 enquiries called back in October so far heard back within 2 working hours (target 80.0%), up from 48.7% in September. The median wait was 101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 more enquiries would have needed a faster callback to reach the 80.0% target. Phone enquiries are the slowest: 40.0%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8390531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93251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