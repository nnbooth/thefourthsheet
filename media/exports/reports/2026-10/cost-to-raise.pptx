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9</c:v>
                </c:pt>
                <c:pt idx="1">
                  <c:v>10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0"¢";[Red](0"¢")</c:formatCode>
                <c:ptCount val="24"/>
                <c:pt idx="0">
                  <c:v>20</c:v>
                </c:pt>
                <c:pt idx="1">
                  <c:v>22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11</c:v>
                </c:pt>
                <c:pt idx="6">
                  <c:v>11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11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12</c:v>
                </c:pt>
                <c:pt idx="15">
                  <c:v>13</c:v>
                </c:pt>
                <c:pt idx="16">
                  <c:v>13</c:v>
                </c:pt>
                <c:pt idx="17">
                  <c:v>11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9</c:v>
                </c:pt>
                <c:pt idx="23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0"¢";[Red](0"¢")</c:formatCode>
                <c:ptCount val="24"/>
                <c:pt idx="0">
                  <c:v>18</c:v>
                </c:pt>
                <c:pt idx="1">
                  <c:v>18</c:v>
                </c:pt>
                <c:pt idx="2">
                  <c:v>18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16</c:v>
                </c:pt>
                <c:pt idx="9">
                  <c:v>14</c:v>
                </c:pt>
                <c:pt idx="10">
                  <c:v>14</c:v>
                </c:pt>
                <c:pt idx="11">
                  <c:v>14</c:v>
                </c:pt>
                <c:pt idx="12">
                  <c:v>17</c:v>
                </c:pt>
                <c:pt idx="13">
                  <c:v>17</c:v>
                </c:pt>
                <c:pt idx="14">
                  <c:v>17</c:v>
                </c:pt>
                <c:pt idx="15">
                  <c:v>13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14</c:v>
                </c:pt>
                <c:pt idx="20">
                  <c:v>15</c:v>
                </c:pt>
                <c:pt idx="21">
                  <c:v>12</c:v>
                </c:pt>
                <c:pt idx="22">
                  <c:v>19</c:v>
                </c:pt>
                <c:pt idx="2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Sheet1!$A$2:$A$5</c:f>
              <c:strCache>
                <c:ptCount val="4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  <c:pt idx="3">
                  <c:v>Sep 26</c:v>
                </c:pt>
              </c:strCache>
            </c:strRef>
          </c:cat>
          <c:val>
            <c:numRef>
              <c:f>Sheet1!$B$2:$B$5</c:f>
              <c:numCache>
                <c:formatCode>0"¢";[Red](0"¢")</c:formatCode>
                <c:ptCount val="4"/>
                <c:pt idx="0">
                  <c:v>42</c:v>
                </c:pt>
                <c:pt idx="1">
                  <c:v>41</c:v>
                </c:pt>
                <c:pt idx="2">
                  <c:v>42</c:v>
                </c:pt>
                <c:pt idx="3">
                  <c:v>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October 2026 to date. In short: Each dollar raised cost 9¢ in October so far, and 15¢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October so far · all fundraising: 9¢; Year to date (Jul to Oct 2026): 15¢. October so far cost 9¢ to raise each dollar, against 20¢ in September. This financial year to date it has cost 15¢ a dollar, against 15¢ in the same period last year. October is still in progress (data to 6 October), so it is a part month against full months.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October so far · Grants: 9¢; Year to date (Jul to Oct 2026): 10¢. Grants cost 10¢ to raise each dollar this financial year to date ($22,316 of grant writing and reporting for $234,325), against 11¢ in the same period last year.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October so far · Donations: 10¢; Year to date (Jul to Oct 2026): 16¢. Donations cost 16¢ to raise each dollar this financial year to date ($10,115 of donor campaigns for $63,894), against 14¢ in the same period last year.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October so far · Fundraising events: –; Year to date (Jul to Oct 2026): 46¢. Fundraising events cost 46¢ to raise each dollar this financial year to date ($19,300 of event costs for $41,600), against 41¢ in the same period last year.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Each dollar raised cost 9¢ in October so far, and 15¢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October 2026 to date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20¢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15¢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October so far cost 9¢ to raise each dollar, against 20¢ in September. This financial year to date it has cost 15¢ a dollar, against 15¢ in the same period last year. October is still in progress (data to 6 October), so it is a part month against full months.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9¢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11¢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10¢ to raise each dollar this financial year to date ($22,316 of grant writing and reporting for $234,325), against 11¢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19¢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16¢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14¢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16¢ to raise each dollar this financial year to date ($10,115 of donor campaigns for $63,894), against 14¢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41¢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46¢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41¢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46¢ to raise each dollar this financial year to date ($19,300 of event costs for $41,600), against 41¢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