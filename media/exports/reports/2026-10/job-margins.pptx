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30.4</c:v>
                </c:pt>
                <c:pt idx="1">
                  <c:v>49.6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dPt>
            <c:idx val="13"/>
            <c:spPr>
              <a:solidFill>
                <a:srgbClr val="0E9F6E"/>
              </a:solidFill>
            </c:spPr>
          </c:dPt>
          <c:cat>
            <c:strRef>
              <c:f>Sheet1!$A$2:$A$15</c:f>
              <c:strCache>
                <c:ptCount val="14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Wacol logistics depot</c:v>
                </c:pt>
                <c:pt idx="4">
                  <c:v>Milton office tower</c:v>
                </c:pt>
                <c:pt idx="5">
                  <c:v>Bulimba school</c:v>
                </c:pt>
                <c:pt idx="6">
                  <c:v>Chermside retail centre</c:v>
                </c:pt>
                <c:pt idx="7">
                  <c:v>Southbank cafe group</c:v>
                </c:pt>
                <c:pt idx="8">
                  <c:v>Fortitude Valley hotel</c:v>
                </c:pt>
                <c:pt idx="9">
                  <c:v>Riverside Apartments (strata)</c:v>
                </c:pt>
                <c:pt idx="10">
                  <c:v>Newstead gym</c:v>
                </c:pt>
                <c:pt idx="11">
                  <c:v>Ashgrove aged care</c:v>
                </c:pt>
                <c:pt idx="12">
                  <c:v>Wynnum medical centre</c:v>
                </c:pt>
                <c:pt idx="13">
                  <c:v>Carindale vet clinic</c:v>
                </c:pt>
              </c:strCache>
            </c:strRef>
          </c:cat>
          <c:val>
            <c:numRef>
              <c:f>Sheet1!$B$2:$B$15</c:f>
              <c:numCache>
                <c:formatCode>0.0"%";[Red](0.0"%")</c:formatCode>
                <c:ptCount val="14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63.4</c:v>
                </c:pt>
                <c:pt idx="5">
                  <c:v>63.6</c:v>
                </c:pt>
                <c:pt idx="6">
                  <c:v>63.8</c:v>
                </c:pt>
                <c:pt idx="7">
                  <c:v>64.0</c:v>
                </c:pt>
                <c:pt idx="8">
                  <c:v>64.2</c:v>
                </c:pt>
                <c:pt idx="9">
                  <c:v>64.3</c:v>
                </c:pt>
                <c:pt idx="10">
                  <c:v>64.3</c:v>
                </c:pt>
                <c:pt idx="11">
                  <c:v>64.4</c:v>
                </c:pt>
                <c:pt idx="12">
                  <c:v>65.1</c:v>
                </c:pt>
                <c:pt idx="13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cat>
            <c:strRef>
              <c:f>Sheet1!$A$2:$A$2</c:f>
              <c:strCache>
                <c:ptCount val="1"/>
                <c:pt idx="0">
                  <c:v>Morningside house air-con install</c:v>
                </c:pt>
              </c:strCache>
            </c:strRef>
          </c:cat>
          <c:val>
            <c:numRef>
              <c:f>Sheet1!$B$2:$B$2</c:f>
              <c:numCache>
                <c:formatCode>0.0"%";[Red](0.0"%")</c:formatCode>
                <c:ptCount val="1"/>
                <c:pt idx="0">
                  <c:v>30.4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.849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2.5-hour call-outs (1)</c:v>
                </c:pt>
                <c:pt idx="1">
                  <c:v>1-hour call-outs (2)</c:v>
                </c:pt>
                <c:pt idx="2">
                  <c:v>1.5-hour call-outs (1)</c:v>
                </c:pt>
                <c:pt idx="3">
                  <c:v>3-hour call-outs (1)</c:v>
                </c:pt>
                <c:pt idx="4">
                  <c:v>4-hour call-outs (2)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45.0</c:v>
                </c:pt>
                <c:pt idx="1">
                  <c:v>46.3</c:v>
                </c:pt>
                <c:pt idx="2">
                  <c:v>48.8</c:v>
                </c:pt>
                <c:pt idx="3">
                  <c:v>49.2</c:v>
                </c:pt>
                <c:pt idx="4">
                  <c:v>52.9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834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43.5</c:v>
                </c:pt>
                <c:pt idx="1">
                  <c:v>46.5</c:v>
                </c:pt>
                <c:pt idx="2">
                  <c:v>48.5</c:v>
                </c:pt>
                <c:pt idx="3">
                  <c:v>42.9</c:v>
                </c:pt>
                <c:pt idx="4">
                  <c:v>43.0</c:v>
                </c:pt>
                <c:pt idx="5">
                  <c:v>44.7</c:v>
                </c:pt>
                <c:pt idx="6">
                  <c:v>42.1</c:v>
                </c:pt>
                <c:pt idx="7">
                  <c:v>46.8</c:v>
                </c:pt>
                <c:pt idx="8">
                  <c:v>42.3</c:v>
                </c:pt>
                <c:pt idx="9">
                  <c:v>49.5</c:v>
                </c:pt>
                <c:pt idx="10">
                  <c:v>44.0</c:v>
                </c:pt>
                <c:pt idx="11">
                  <c:v>44.7</c:v>
                </c:pt>
                <c:pt idx="12">
                  <c:v>40.5</c:v>
                </c:pt>
                <c:pt idx="13">
                  <c:v>43.7</c:v>
                </c:pt>
                <c:pt idx="14">
                  <c:v>41.9</c:v>
                </c:pt>
                <c:pt idx="15">
                  <c:v>44.9</c:v>
                </c:pt>
                <c:pt idx="16">
                  <c:v>42.2</c:v>
                </c:pt>
                <c:pt idx="17">
                  <c:v>47.7</c:v>
                </c:pt>
                <c:pt idx="18">
                  <c:v>45.2</c:v>
                </c:pt>
                <c:pt idx="19">
                  <c:v>44.8</c:v>
                </c:pt>
                <c:pt idx="20">
                  <c:v>43.4</c:v>
                </c:pt>
                <c:pt idx="21">
                  <c:v>47.2</c:v>
                </c:pt>
                <c:pt idx="22">
                  <c:v>42.7</c:v>
                </c:pt>
                <c:pt idx="23">
                  <c:v>48.9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October 2026 to date. In short: Jobs made a 48.9% gross margin in October so far: maintenance contracts the most (63.9%), installations the least (30.4%).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 · latest closed month: September. October is still in progress and wages are paid fortnightly, so a part month can't be bridged: this is September, the latest closed month. 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October so far · All jobs: 48.9%; Job gross margin, September · All jobs: 42.7%; Gross margin jobs need to break even: 39.0%. In October so far maintenance contracts made a 63.9% job gross margin, installations made a 30.4% job gross margin, call-outs and repairs made a 49.6% job gross margin (technician time at $68 an hour, wages and all on-costs). Jobs need 39.0% just to cover overheads. Installations: 30.4% gross margin, 4.6 points under the 35.0% target: about $1,692 on $37,000 of revenue in October so far. It's below the 39.0% needed to cover overheads, too. Maintenance contracts: 63.9% gross margin, 28.9 points over the 35.0% target ($13,094 ahead on $45,350 in October so far).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October so far · Maintenance contracts: 63.9%; Job gross margin, September · Maintenance contracts: 63.9%; Gross margin jobs need to break even: 39.0%. All 14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October so far). All maintenance contracts: 63.9% gross margin, 28.9 points over the 35.0% target ($13,094 ahead on $45,350 in October so far).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October 2026 to date. The month's fee less materials and technician time at $68/hour. Target 35.0% is what to price for; break-even 39.0%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October so far · Installations: 30.4%; Job gross margin, September · Installations: 34.8%; Gross margin jobs need to break even: 39.0%. 1 of the 1 installation jobs invoiced in October so far made less than the 35.0% job gross margin target. The Morningside house air-con install made a 30.4% job gross margin: 131.5 h of technician time ($8,942) and $2,300 of subcontractors on a $37,000 job. Jobs need 39.0% gross margin just to cover overheads. 1 installation under the 35.0% target, worth about $1,692 between them on $37,000 of revenue. The biggest gap, Morningside house air-con install: 30.4% gross margin, 4.6 points under the 35.0% target: about $1,692 on $37,000 of revenue in October so far. It's below the 39.0%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October so far · Call-outs and repairs: 49.6%; Job gross margin, September · Call-outs and repairs: 48.3%; Gross margin jobs need to break even: 39.0%; Technician time charged, October so far: $2,771; Materials charged, October so far: $910. 7 call-outs in October so far billed $2,771 of technician time and $910 of materials ($700 at cost plus 30%), and made a 49.6% job gross margin between them. Gross margins run from 45.0% to 52.9% by length: the hourly rate covers technician time comfortably, so the gross margin mostly moves with how much material goes on the van. All call-outs: 49.6% gross margin, 14.6 points over the 35.0% target ($537 ahead on $3,681 in October so far).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Jobs made a 48.9% gross margin in October so far: maintenance contracts the most (63.9%), installations the least (30.4%).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 · latest closed month: September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October is still in progress and wages are paid fortnightly, so a part month can't be bridged: this is September, the latest closed month. September's jobs made $96,230 gross margin (42.7%). Technician time not charged to jobs took $28,417 and overheads $59,580, leaving $8,233 profit before tax (3.7% of revenue). To cover overheads, jobs need a 39.0%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596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$96,230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$79,587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$28,417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$67,813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$59,580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$225,460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October 2026 to date.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so far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1742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4462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October so far maintenance contracts made a 63.9% job gross margin, installations made a 30.4% job gross margin, call-outs and repairs made a 49.6% job gross margin (technician time at $68 an hour, wages and all on-costs). Jobs need 39.0%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30.4% gross margin, 4.6 points under the 35.0% target: about $1,692 on $37,000 of revenue in October so far. It's below the 39.0% needed to cover overheads, too. Maintenance contracts: 63.9% gross margin, 28.9 points over the 35.0% target ($13,094 ahead on $45,350 in October so far).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so far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14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October so far). All maintenance contracts: 63.9% gross margin, 28.9 points over the 35.0% target ($13,094 ahead on $45,350 in October so far).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39.0%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91136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3856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October 2026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so far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30.4%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1155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944716" y="2637983"/>
            <a:ext cx="0" cy="981699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47436" y="36196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28067" y="2637983"/>
            <a:ext cx="0" cy="981699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30787" y="38574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23004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427786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552188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 of the 1 installation jobs invoiced in October so far made less than the 35.0% job gross margin target. The Morningside house air-con install made a 30.4% job gross margin: 131.5 h of technician time ($8,942) and $2,300 of subcontractors on a $37,000 job. Jobs need 39.0%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223004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427786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4552188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 installation under the 35.0% target, worth about $1,692 between them on $37,000 of revenue. The biggest gap, Morningside house air-con install: 30.4% gross margin, 4.6 points under the 35.0% target: about $1,692 on $37,000 of revenue in October so far. It's below the 39.0%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October 2026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October so far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September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39.0%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(September)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October so far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$2,771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75.3%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October so 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$700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603503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6223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33573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36293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39.0%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 call-outs in October so far billed $2,771 of technician time and $910 of materials ($700 at cost plus 30%), and made a 49.6% job gross margin between them. Gross margins run from 45.0% to 52.9%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49.6% gross margin, 14.6 points over the 35.0% target ($537 ahead on $3,681 in October so far).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