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% of ordinary hours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0.0"%";[Red](0.0"%")</c:formatCode>
                <c:ptCount val="24"/>
                <c:pt idx="0">
                  <c:v>2.7</c:v>
                </c:pt>
                <c:pt idx="1">
                  <c:v>2.2</c:v>
                </c:pt>
                <c:pt idx="2">
                  <c:v>3.0</c:v>
                </c:pt>
                <c:pt idx="3">
                  <c:v>4.6</c:v>
                </c:pt>
                <c:pt idx="4">
                  <c:v>4.4</c:v>
                </c:pt>
                <c:pt idx="5">
                  <c:v>3.6</c:v>
                </c:pt>
                <c:pt idx="6">
                  <c:v>3.7</c:v>
                </c:pt>
                <c:pt idx="7">
                  <c:v>2.8</c:v>
                </c:pt>
                <c:pt idx="8">
                  <c:v>3.3</c:v>
                </c:pt>
                <c:pt idx="9">
                  <c:v>3.3</c:v>
                </c:pt>
                <c:pt idx="10">
                  <c:v>3.7</c:v>
                </c:pt>
                <c:pt idx="11">
                  <c:v>3.9</c:v>
                </c:pt>
                <c:pt idx="12">
                  <c:v>3.8</c:v>
                </c:pt>
                <c:pt idx="13">
                  <c:v>7.7</c:v>
                </c:pt>
                <c:pt idx="14">
                  <c:v>3.1</c:v>
                </c:pt>
                <c:pt idx="15">
                  <c:v>4.2</c:v>
                </c:pt>
                <c:pt idx="16">
                  <c:v>4.2</c:v>
                </c:pt>
                <c:pt idx="17">
                  <c:v>5.9</c:v>
                </c:pt>
                <c:pt idx="18">
                  <c:v>6.7</c:v>
                </c:pt>
                <c:pt idx="19">
                  <c:v>7.2</c:v>
                </c:pt>
                <c:pt idx="20">
                  <c:v>4.9</c:v>
                </c:pt>
                <c:pt idx="21">
                  <c:v>5.6</c:v>
                </c:pt>
                <c:pt idx="22">
                  <c:v>5.8</c:v>
                </c:pt>
                <c:pt idx="23">
                  <c:v>8.1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Why the overtime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After-hours call-out</c:v>
                </c:pt>
                <c:pt idx="1">
                  <c:v>Short-staffed</c:v>
                </c:pt>
                <c:pt idx="2">
                  <c:v>Installation ran over</c:v>
                </c:pt>
              </c:strCache>
            </c:strRef>
          </c:cat>
          <c:val>
            <c:numRef>
              <c:f>Sheet1!$B$2:$B$4</c:f>
              <c:numCache>
                <c:formatCode>#,##0;[Red](#,##0)</c:formatCode>
                <c:ptCount val="3"/>
                <c:pt idx="0">
                  <c:v>2.0</c:v>
                </c:pt>
                <c:pt idx="1">
                  <c:v>2.0</c:v>
                </c:pt>
                <c:pt idx="2">
                  <c:v>4.0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Overtime by technician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Technician T6</c:v>
                </c:pt>
                <c:pt idx="1">
                  <c:v>Technician T4</c:v>
                </c:pt>
                <c:pt idx="2">
                  <c:v>Technician T5</c:v>
                </c:pt>
              </c:strCache>
            </c:strRef>
          </c:cat>
          <c:val>
            <c:numRef>
              <c:f>Sheet1!$B$2:$B$4</c:f>
              <c:numCache>
                <c:formatCode>#,##0;[Red](#,##0)</c:formatCode>
                <c:ptCount val="3"/>
                <c:pt idx="0">
                  <c:v>2.0</c:v>
                </c:pt>
                <c:pt idx="1">
                  <c:v>2.5</c:v>
                </c:pt>
                <c:pt idx="2">
                  <c:v>3.5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.02499999999999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Sample Electrical &amp; Air Pty Ltd. Period: October 2026 to date. In short: Overtime was 8.1% of ordinary hours in October so far (target under 5.0%), up from 3.9% a year earlier. Each technician's paid hours, day by day: ordinary hours and overtime, with the main reason for the overtime.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is overtime creeping up, and why?. Overtime, October so far: 8.1%; Overtime hours, October so far: 8.0 h; October last year: 3.9%. Technicians worked 8.0 h of overtime in October so far, 8.1% of ordinary hours (target under 5.0%), against 5.8% in September. Over the last year it has gone from 3.9% to 8.1%. Installation ran over is the main reason: 4.0 h, 50.0% of the overtime. Technician T5 carried the most (3.5 h). Above target by 3.1 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the overtime, October 2026 to date. Overtime hours by main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Overtime by technician, October 2026 to date. Technicians are codes, not names.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Overtime was 8.1% of ordinary hours in October so far (target under 5.0%), up from 3.9% a year earlier. Each technician's paid hours, day by day: ordinary hours and overtime, with the main reason for the overtime.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Where is overtime creeping up, and why?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Overtime, October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of ordinary hours · target under 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Overtime hours, October so 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8.0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64.5 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last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38.0 h of overtime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Technicians worked 8.0 h of overtime in October so far, 8.1% of ordinary hours (target under 5.0%), against 5.8% in September. Over the last year it has gone from 3.9% to 8.1%.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 ran over is the main reason: 4.0 h, 50.0% of the overtime. Technician T5 carried the most (3.5 h). Above target by 3.1 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Why the overtime, October 2026 to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Overtime hours by main reason.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Overtime by technician, October 2026 to date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Where is overtime creeping up,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Technicians are codes, not names.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5278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overtime.pptx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22 Oct 2026, 4:57pm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