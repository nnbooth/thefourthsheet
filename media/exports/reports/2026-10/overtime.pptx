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2.7</c:v>
                </c:pt>
                <c:pt idx="1">
                  <c:v>2.2</c:v>
                </c:pt>
                <c:pt idx="2">
                  <c:v>3.0</c:v>
                </c:pt>
                <c:pt idx="3">
                  <c:v>4.6</c:v>
                </c:pt>
                <c:pt idx="4">
                  <c:v>4.4</c:v>
                </c:pt>
                <c:pt idx="5">
                  <c:v>3.6</c:v>
                </c:pt>
                <c:pt idx="6">
                  <c:v>3.7</c:v>
                </c:pt>
                <c:pt idx="7">
                  <c:v>2.8</c:v>
                </c:pt>
                <c:pt idx="8">
                  <c:v>3.3</c:v>
                </c:pt>
                <c:pt idx="9">
                  <c:v>3.3</c:v>
                </c:pt>
                <c:pt idx="10">
                  <c:v>3.7</c:v>
                </c:pt>
                <c:pt idx="11">
                  <c:v>3.9</c:v>
                </c:pt>
                <c:pt idx="12">
                  <c:v>3.8</c:v>
                </c:pt>
                <c:pt idx="13">
                  <c:v>7.7</c:v>
                </c:pt>
                <c:pt idx="14">
                  <c:v>3.1</c:v>
                </c:pt>
                <c:pt idx="15">
                  <c:v>4.2</c:v>
                </c:pt>
                <c:pt idx="16">
                  <c:v>4.2</c:v>
                </c:pt>
                <c:pt idx="17">
                  <c:v>5.9</c:v>
                </c:pt>
                <c:pt idx="18">
                  <c:v>6.7</c:v>
                </c:pt>
                <c:pt idx="19">
                  <c:v>7.2</c:v>
                </c:pt>
                <c:pt idx="20">
                  <c:v>4.9</c:v>
                </c:pt>
                <c:pt idx="21">
                  <c:v>5.6</c:v>
                </c:pt>
                <c:pt idx="22">
                  <c:v>5.8</c:v>
                </c:pt>
                <c:pt idx="23">
                  <c:v>8.1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After-hours call-out</c:v>
                </c:pt>
                <c:pt idx="1">
                  <c:v>Short-staffed</c:v>
                </c:pt>
                <c:pt idx="2">
                  <c:v>Installation ran over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2.0</c:v>
                </c:pt>
                <c:pt idx="1">
                  <c:v>2.0</c:v>
                </c:pt>
                <c:pt idx="2">
                  <c:v>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Technician T6</c:v>
                </c:pt>
                <c:pt idx="1">
                  <c:v>Technician T4</c:v>
                </c:pt>
                <c:pt idx="2">
                  <c:v>Technician T5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2.0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24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October 2026 to date. In short: Overtime was 8.1% of ordinary hours in October so far (target under 5.0%), up from 3.9%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October so far: 8.1%; Overtime hours, October so far: 8.0 h; October last year: 3.9%. Technicians worked 8.0 h of overtime in October so far, 8.1% of ordinary hours (target under 5.0%), against 5.8% in September. Over the last year it has gone from 3.9% to 8.1%. Installation ran over is the main reason: 4.0 h, 50.0% of the overtime. Technician T5 carried the most (3.5 h). Above target by 3.1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October 2026 to date.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October 2026 to date.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Overtime was 8.1% of ordinary hours in October so far (target under 5.0%), up from 3.9%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64.5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8.0 h of overtime in October so far, 8.1% of ordinary hours (target under 5.0%), against 5.8% in September. Over the last year it has gone from 3.9% to 8.1%.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4.0 h, 50.0% of the overtime. Technician T5 carried the most (3.5 h). Above target by 3.1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