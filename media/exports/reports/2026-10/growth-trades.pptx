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200124</c:v>
                </c:pt>
                <c:pt idx="1">
                  <c:v>159406</c:v>
                </c:pt>
                <c:pt idx="2">
                  <c:v>156794</c:v>
                </c:pt>
                <c:pt idx="3">
                  <c:v>179190</c:v>
                </c:pt>
                <c:pt idx="4">
                  <c:v>150465</c:v>
                </c:pt>
                <c:pt idx="5">
                  <c:v>138865</c:v>
                </c:pt>
                <c:pt idx="6">
                  <c:v>144649</c:v>
                </c:pt>
                <c:pt idx="7">
                  <c:v>183265</c:v>
                </c:pt>
                <c:pt idx="8">
                  <c:v>208588</c:v>
                </c:pt>
                <c:pt idx="9">
                  <c:v>155118</c:v>
                </c:pt>
                <c:pt idx="10">
                  <c:v>143077</c:v>
                </c:pt>
                <c:pt idx="11">
                  <c:v>143566</c:v>
                </c:pt>
                <c:pt idx="12">
                  <c:v>194966</c:v>
                </c:pt>
                <c:pt idx="13">
                  <c:v>150283</c:v>
                </c:pt>
                <c:pt idx="14">
                  <c:v>183306</c:v>
                </c:pt>
                <c:pt idx="15">
                  <c:v>218908</c:v>
                </c:pt>
                <c:pt idx="16">
                  <c:v>213578</c:v>
                </c:pt>
                <c:pt idx="17">
                  <c:v>183967</c:v>
                </c:pt>
                <c:pt idx="18">
                  <c:v>180342</c:v>
                </c:pt>
                <c:pt idx="19">
                  <c:v>193032</c:v>
                </c:pt>
                <c:pt idx="20">
                  <c:v>215610</c:v>
                </c:pt>
                <c:pt idx="21">
                  <c:v>199523</c:v>
                </c:pt>
                <c:pt idx="22">
                  <c:v>225460</c:v>
                </c:pt>
                <c:pt idx="23">
                  <c:v>86031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31300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35720</c:v>
                </c:pt>
                <c:pt idx="8">
                  <c:v>37200</c:v>
                </c:pt>
                <c:pt idx="9">
                  <c:v>37200</c:v>
                </c:pt>
                <c:pt idx="10">
                  <c:v>37200</c:v>
                </c:pt>
                <c:pt idx="11">
                  <c:v>40100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  <c:pt idx="15">
                  <c:v>42000</c:v>
                </c:pt>
                <c:pt idx="16">
                  <c:v>42000</c:v>
                </c:pt>
                <c:pt idx="17">
                  <c:v>42000</c:v>
                </c:pt>
                <c:pt idx="18">
                  <c:v>45350</c:v>
                </c:pt>
                <c:pt idx="19">
                  <c:v>45350</c:v>
                </c:pt>
                <c:pt idx="20">
                  <c:v>45350</c:v>
                </c:pt>
                <c:pt idx="21">
                  <c:v>45350</c:v>
                </c:pt>
                <c:pt idx="22">
                  <c:v>45350</c:v>
                </c:pt>
                <c:pt idx="23">
                  <c:v>45350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147100</c:v>
                </c:pt>
                <c:pt idx="1">
                  <c:v>103700</c:v>
                </c:pt>
                <c:pt idx="2">
                  <c:v>100100</c:v>
                </c:pt>
                <c:pt idx="3">
                  <c:v>118600</c:v>
                </c:pt>
                <c:pt idx="4">
                  <c:v>96400</c:v>
                </c:pt>
                <c:pt idx="5">
                  <c:v>83900</c:v>
                </c:pt>
                <c:pt idx="6">
                  <c:v>89900</c:v>
                </c:pt>
                <c:pt idx="7">
                  <c:v>126300</c:v>
                </c:pt>
                <c:pt idx="8">
                  <c:v>152100</c:v>
                </c:pt>
                <c:pt idx="9">
                  <c:v>96500</c:v>
                </c:pt>
                <c:pt idx="10">
                  <c:v>84200</c:v>
                </c:pt>
                <c:pt idx="11">
                  <c:v>79300</c:v>
                </c:pt>
                <c:pt idx="12">
                  <c:v>126900</c:v>
                </c:pt>
                <c:pt idx="13">
                  <c:v>78100</c:v>
                </c:pt>
                <c:pt idx="14">
                  <c:v>109100</c:v>
                </c:pt>
                <c:pt idx="15">
                  <c:v>144800</c:v>
                </c:pt>
                <c:pt idx="16">
                  <c:v>144900</c:v>
                </c:pt>
                <c:pt idx="17">
                  <c:v>116900</c:v>
                </c:pt>
                <c:pt idx="18">
                  <c:v>103400</c:v>
                </c:pt>
                <c:pt idx="19">
                  <c:v>115600</c:v>
                </c:pt>
                <c:pt idx="20">
                  <c:v>143000</c:v>
                </c:pt>
                <c:pt idx="21">
                  <c:v>122800</c:v>
                </c:pt>
                <c:pt idx="22">
                  <c:v>146300</c:v>
                </c:pt>
                <c:pt idx="23">
                  <c:v>37000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25374</c:v>
                </c:pt>
                <c:pt idx="1">
                  <c:v>28056</c:v>
                </c:pt>
                <c:pt idx="2">
                  <c:v>29044</c:v>
                </c:pt>
                <c:pt idx="3">
                  <c:v>29290</c:v>
                </c:pt>
                <c:pt idx="4">
                  <c:v>22765</c:v>
                </c:pt>
                <c:pt idx="5">
                  <c:v>23665</c:v>
                </c:pt>
                <c:pt idx="6">
                  <c:v>23449</c:v>
                </c:pt>
                <c:pt idx="7">
                  <c:v>21245</c:v>
                </c:pt>
                <c:pt idx="8">
                  <c:v>19288</c:v>
                </c:pt>
                <c:pt idx="9">
                  <c:v>21418</c:v>
                </c:pt>
                <c:pt idx="10">
                  <c:v>21677</c:v>
                </c:pt>
                <c:pt idx="11">
                  <c:v>24166</c:v>
                </c:pt>
                <c:pt idx="12">
                  <c:v>27966</c:v>
                </c:pt>
                <c:pt idx="13">
                  <c:v>32083</c:v>
                </c:pt>
                <c:pt idx="14">
                  <c:v>34106</c:v>
                </c:pt>
                <c:pt idx="15">
                  <c:v>32108</c:v>
                </c:pt>
                <c:pt idx="16">
                  <c:v>26678</c:v>
                </c:pt>
                <c:pt idx="17">
                  <c:v>25067</c:v>
                </c:pt>
                <c:pt idx="18">
                  <c:v>31592</c:v>
                </c:pt>
                <c:pt idx="19">
                  <c:v>32082</c:v>
                </c:pt>
                <c:pt idx="20">
                  <c:v>27260</c:v>
                </c:pt>
                <c:pt idx="21">
                  <c:v>31373</c:v>
                </c:pt>
                <c:pt idx="22">
                  <c:v>33810</c:v>
                </c:pt>
                <c:pt idx="23">
                  <c:v>3681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October 2026 to date.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October so far against October last year: (40.1%); Year to date against the same period last year: 11.7%; Gross margin, year to date: 44.9%. Revenue is 11.7% up on the same period last year, year to date ($726,624 against $650,349). Maintenance contracts make the highest gross margin (63.9%); Installations the lowest (36.5%). The business needs 39.0% gross margin just to cover overheads. Installations: 36.5% gross margin, 1.5 points over the 35.0% target ($6,565 ahead on $449,100 this financial year to date). Maintenance contracts: 63.9% gross margin, 28.9 points over the 35.0% target ($52,374 ahead on $181,400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October so far against October last year: 13.1%; Year to date against the same period last year: 19.6%; Gross margin, year to date: 63.9%. Maintenance contracts brought in $181,400 this financial year to date, 19.6% on the same period last year (faster than the business as a whole, 11.7%), at a 63.9% gross margin (above the 44.9% overall). Maintenance contracts: 63.9% gross margin, 28.9 points over the 35.0% target ($52,374 ahead on $181,400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October so far against October last year: (53.3%); Year to date against the same period last year: 9.0%; Gross margin, year to date: 36.5%. Installations brought in $449,100 this financial year to date, 9.0% on the same period last year (slower than the business as a whole, 11.7%), at a 36.5% gross margin (below the 44.9% overall). Installations: 36.5% gross margin, 1.5 points over the 35.0% target ($6,565 ahead on $449,100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October so far against October last year: (84.8%); Year to date against the same period last year: 11.1%; Gross margin, year to date: 48.2%. Call-outs and repairs brought in $96,124 this financial year to date, 11.1% on the same period last year (slower than the business as a whole, 11.7%), at a 48.2% gross margin (above the 44.9% overall). Call-outs and repairs: 48.2% gross margin, 13.2 points over the 35.0% target ($12,661 ahead on $96,124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Oct 2026) against the same period last year · Trades. From gross margin to profit · latest closed month: September: October is still in progress and wages are paid fortnightly, so a part month can't be bridged: this is September, the latest closed month. September's jobs made $96,230 gross margin (42.7%). Technician time not charged to jobs took $28,417 and overheads $59,580, leaving $8,233 profit before tax (3.7% of revenue). To cover overheads, jobs need a 39.0%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(40.1%)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$86,031 against $143,566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$726,624 against $650,349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$325,918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11.7% up on the same period last year, year to date ($726,624 against $650,349). Maintenance contracts make the highest gross margin (63.9%); Installations the lowest (36.5%). The business needs 39.0%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36.5% gross margin, 1.5 points over the 35.0% target ($6,565 ahead on $449,100 this financial year to date). Maintenance contracts: 63.9% gross margin, 28.9 points over the 35.0% target ($52,374 ahead on $181,400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$45,350 against $40,100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19.6%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$181,400 against $151,700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$115,864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$181,400 this financial year to date, 19.6% on the same period last year (faster than the business as a whole, 11.7%), at a 63.9% gross margin (above the 44.9%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63.9% gross margin, 28.9 points over the 35.0% target ($52,374 ahead on $181,400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(53.3%)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$37,000 against $79,300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$449,100 against $412,100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$163,750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$449,100 this financial year to date, 9.0% on the same period last year (slower than the business as a whole, 11.7%), at a 36.5% gross margin (below the 44.9%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36.5% gross margin, 1.5 points over the 35.0% target ($6,565 ahead on $449,100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(84.8%)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$3,681 against $24,166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$96,124 against $86,549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$46,304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$96,124 this financial year to date, 11.1% on the same period last year (slower than the business as a whole, 11.7%), at a 48.2% gross margin (above the 44.9%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48.2% gross margin, 13.2 points over the 35.0% target ($12,661 ahead on $96,124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Oct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 · latest closed month: September: October is still in progress and wages are paid fortnightly, so a part month can't be bridged: this is September, the latest closed month. September's jobs made $96,230 gross margin (42.7%). Technician time not charged to jobs took $28,417 and overheads $59,580, leaving $8,233 profit before tax (3.7% of revenue). To cover overheads, jobs need a 39.0%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$115,864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$449,100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$412,100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$163,750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$96,124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$86,549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$46,304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$726,624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$650,349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11.7%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$325,918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44.9%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