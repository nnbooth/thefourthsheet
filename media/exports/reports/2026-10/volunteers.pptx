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Youth outreach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7.5</c:v>
                </c:pt>
                <c:pt idx="1">
                  <c:v>14.0</c:v>
                </c:pt>
                <c:pt idx="2">
                  <c:v>20.5</c:v>
                </c:pt>
                <c:pt idx="3">
                  <c:v>21.5</c:v>
                </c:pt>
                <c:pt idx="4">
                  <c:v>23.5</c:v>
                </c:pt>
                <c:pt idx="5">
                  <c:v>29.0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349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373.5</c:v>
                </c:pt>
                <c:pt idx="1">
                  <c:v>383.5</c:v>
                </c:pt>
                <c:pt idx="2">
                  <c:v>387.5</c:v>
                </c:pt>
                <c:pt idx="3">
                  <c:v>376.5</c:v>
                </c:pt>
                <c:pt idx="4">
                  <c:v>444.0</c:v>
                </c:pt>
                <c:pt idx="5">
                  <c:v>422.5</c:v>
                </c:pt>
                <c:pt idx="6">
                  <c:v>562.0</c:v>
                </c:pt>
                <c:pt idx="7">
                  <c:v>568.0</c:v>
                </c:pt>
                <c:pt idx="8">
                  <c:v>609.5</c:v>
                </c:pt>
                <c:pt idx="9">
                  <c:v>627.0</c:v>
                </c:pt>
                <c:pt idx="10">
                  <c:v>708.5</c:v>
                </c:pt>
                <c:pt idx="11">
                  <c:v>817.0</c:v>
                </c:pt>
                <c:pt idx="12">
                  <c:v>780.5</c:v>
                </c:pt>
                <c:pt idx="13">
                  <c:v>830.5</c:v>
                </c:pt>
                <c:pt idx="14">
                  <c:v>817.5</c:v>
                </c:pt>
                <c:pt idx="15">
                  <c:v>781.0</c:v>
                </c:pt>
                <c:pt idx="16">
                  <c:v>870.0</c:v>
                </c:pt>
                <c:pt idx="17">
                  <c:v>816.0</c:v>
                </c:pt>
                <c:pt idx="18">
                  <c:v>830.5</c:v>
                </c:pt>
                <c:pt idx="19">
                  <c:v>878.5</c:v>
                </c:pt>
                <c:pt idx="20">
                  <c:v>938.0</c:v>
                </c:pt>
                <c:pt idx="21">
                  <c:v>867.5</c:v>
                </c:pt>
                <c:pt idx="22">
                  <c:v>925.0</c:v>
                </c:pt>
                <c:pt idx="23">
                  <c:v>116.0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October 2026 to date. In short: 116.0 h of volunteer time in October so far, from 27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October so far: 116.0 h; Volunteers who did a shift, October so far: 27; Hours per volunteer, October so far: 4.3 h; October last year: 817.0 h. 27 volunteers gave 116.0 h in October so far, against 925.0 h in September. Mental health first aid drew the most (29.0 h, 25.0%). Volunteer coordinator had the fewest volunteer hours (7.5 h). Hours are down 85.8% on October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116.0 h of volunteer time in October so far, from 27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116.0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925.0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54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27 volunteers gave 116.0 h in October so far, against 925.0 h in September. Mental health first aid drew the most (29.0 h, 25.0%).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(7.5 h). Hours are down 85.8% on October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