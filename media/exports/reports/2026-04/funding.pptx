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11</c:v>
                </c:pt>
                <c:pt idx="1">
                  <c:v>13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  <c:pt idx="15">
                  <c:v>59785</c:v>
                </c:pt>
                <c:pt idx="16">
                  <c:v>55759</c:v>
                </c:pt>
                <c:pt idx="17">
                  <c:v>53806</c:v>
                </c:pt>
                <c:pt idx="18">
                  <c:v>66729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8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15300</c:v>
                </c:pt>
                <c:pt idx="1">
                  <c:v>17700</c:v>
                </c:pt>
                <c:pt idx="2">
                  <c:v>24700</c:v>
                </c:pt>
                <c:pt idx="3">
                  <c:v>12400</c:v>
                </c:pt>
                <c:pt idx="4">
                  <c:v>15600</c:v>
                </c:pt>
                <c:pt idx="5">
                  <c:v>15700</c:v>
                </c:pt>
                <c:pt idx="6">
                  <c:v>15700</c:v>
                </c:pt>
                <c:pt idx="7">
                  <c:v>15800</c:v>
                </c:pt>
                <c:pt idx="8">
                  <c:v>38100</c:v>
                </c:pt>
                <c:pt idx="9">
                  <c:v>13500</c:v>
                </c:pt>
                <c:pt idx="10">
                  <c:v>16000</c:v>
                </c:pt>
                <c:pt idx="11">
                  <c:v>16100</c:v>
                </c:pt>
                <c:pt idx="12">
                  <c:v>16200</c:v>
                </c:pt>
                <c:pt idx="13">
                  <c:v>18700</c:v>
                </c:pt>
                <c:pt idx="14">
                  <c:v>26100</c:v>
                </c:pt>
                <c:pt idx="15">
                  <c:v>13100</c:v>
                </c:pt>
                <c:pt idx="16">
                  <c:v>16400</c:v>
                </c:pt>
                <c:pt idx="17">
                  <c:v>16500</c:v>
                </c:pt>
                <c:pt idx="18">
                  <c:v>16600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6200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36800</c:v>
                </c:pt>
                <c:pt idx="12">
                  <c:v>0</c:v>
                </c:pt>
                <c:pt idx="13">
                  <c:v>0</c:v>
                </c:pt>
                <c:pt idx="14">
                  <c:v>6200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chasing?. Sample Community Services Ltd. Period: April 2026. In short: Grants cost 11¢ to raise each dollar in April; donations 13¢. Each source of money compared on what it raises and what it costs to raise. Pick a source and every chart, table row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sources. In April it cost: Grants 11¢, donations 13¢ to raise each dollar. Cheapest to raise in April: grants (11¢ a dollar). Dearest: donations (13¢).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Grants: $626,965 raised this financial year to date (74.7% of everything raised), $71,000 to raise it, so $555,965 left for programs: 11¢ per dollar. Most of the money, and usually the cheapest to raise, starting with grants that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Donations: $169,200 raised this financial year to date (20.2% of everything raised), $25,100 to raise it, so $144,100 left for programs: 15¢ per dollar. Cheap and flexible (untied):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Fundraising events: $43,000 raised this financial year to date (5.1% of everything raised), $17,800 to raise it, so $25,200 left for programs: 41¢ per dollar. The dearest per dollar: worth measuring the new donors each event brings in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chasing?: Cheapest to raise: Grants 11¢; Dearest to raise: Donations 13¢; Raised, year to date $839,165.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year to date (Jul to Apr 2026), by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In short: Grants cost 11¢ to raise each dollar in April; donations 13¢.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April 2026 (cents)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86969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April it cost: Grants 11¢, donations 13¢ to raise each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86969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Cheapest to raise in April: grants (11¢ a dollar). Dearest: donations (13¢). Events are worth counting for what else they bring too (new donors, profile).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Grants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Grants: $626,965 raised this financial year to date (74.7% of everything raised), $71,000 to raise it, so $555,965 left for programs: 11¢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Donations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Donations: $169,200 raised this financial year to date (20.2% of everything raised), $25,100 to raise it, so $144,100 left for programs: 15¢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Fundraising events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events: $43,000 raised this financial year to date (5.1% of everything raised), $17,800 to raise it, so $25,200 left for programs: 41¢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April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Dearest to raise: Donations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April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$839,165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Apr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Apr 2026), by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$626,965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$555,965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$169,200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$144,100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