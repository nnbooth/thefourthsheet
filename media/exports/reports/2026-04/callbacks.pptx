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0.0"%";[Red](0.0"%")</c:formatCode>
                <c:ptCount val="19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Phone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43.8</c:v>
                </c:pt>
                <c:pt idx="1">
                  <c:v>54.0</c:v>
                </c:pt>
                <c:pt idx="2">
                  <c:v>75.9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April 2026. In short: 58.9% called back within 2 working hours in April (target 80.0%); median wait 90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April: 58.9%; Median wait, April: 90 min; Enquiries, April: 95. 58.9% of the 95 enquiries called back in April heard back within 2 working hours (target 80.0%), down from 65.3% in March. The median wait was 90 working minutes. 20 more enquiries would have needed a faster callback to reach the 80.0% target. Email enquiries are the slowest: 43.8%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April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58.9% called back within 2 working hours in April (target 80.0%); median wait 90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58.9%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March 65.3%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68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98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58.9% of the 95 enquiries called back in April heard back within 2 working hours (target 80.0%), down from 65.3% in March. The median wait was 90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20 more enquiries would have needed a faster callback to reach the 80.0% target. Email enquiries are the slowest: 43.8%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