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  <c:pt idx="16">
                  <c:v>221</c:v>
                </c:pt>
                <c:pt idx="17">
                  <c:v>227</c:v>
                </c:pt>
                <c:pt idx="18">
                  <c:v>240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April 2026. In short: $240 per new customer in April: 35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April 2026: $240; April last year: $280; Year to date (Jul to Apr 2026): $228. 35 new customers came from $8,400 of marketing in April, against 37 from $8,400 in March: $240 each, up from $227. Worth knowing which channels brought this month's customers in: recording the source of each new customer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In short: $240 per new customer in April: 35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$227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30 new customers from $8,400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35 new customers came from $8,400 of marketing in April, against 37 from $8,400 in March: $240 each, up from $227.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Worth knowing which channels brought this month's customers in: recording the source of each new customer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