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Sheet1!$A$2:$A$20</c:f>
              <c:strCache>
                <c:ptCount val="19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</c:strCache>
            </c:strRef>
          </c:cat>
          <c:val>
            <c:numRef>
              <c:f>Sheet1!$B$2:$B$20</c:f>
              <c:numCache>
                <c:formatCode>$#,##0;[Red]($#,##0);"-"</c:formatCode>
                <c:ptCount val="19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April 2026. In short: $240 per new customer in April: 35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April 2026: $240; April last year: $280; Year to date (Jul to Apr 2026): $228. 35 new customers came from $8,400 of marketing in April, against 37 from $8,400 in March: $240 each, up from $227. Worth knowing which channels brought this month's customers in: recording the source of each new customer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April 2026. In short: $240 per new customer in April: 35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March $227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30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Apr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35 new customers came from $8,400 of marketing in April, against 37 from $8,400 in March: $240 each, up from $227.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Worth knowing which channels brought this month's customers in: recording the source of each new customer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