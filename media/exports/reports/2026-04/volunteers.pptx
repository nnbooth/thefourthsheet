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Housing support</c:v>
                </c:pt>
                <c:pt idx="2">
                  <c:v>Digital literacy</c:v>
                </c:pt>
                <c:pt idx="3">
                  <c:v>Youth outreach</c:v>
                </c:pt>
                <c:pt idx="4">
                  <c:v>Community meals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74.5</c:v>
                </c:pt>
                <c:pt idx="1">
                  <c:v>86.5</c:v>
                </c:pt>
                <c:pt idx="2">
                  <c:v>128.0</c:v>
                </c:pt>
                <c:pt idx="3">
                  <c:v>160.0</c:v>
                </c:pt>
                <c:pt idx="4">
                  <c:v>167.5</c:v>
                </c:pt>
                <c:pt idx="5">
                  <c:v>199.5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9.42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#,##0;[Red](#,##0)</c:formatCode>
                <c:ptCount val="19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  <c:pt idx="18">
                  <c:v>816.0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April 2026. In short: 816.0 h of volunteer time in April, from 58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April: 816.0 h; Volunteers who did a shift, April: 58; Hours per volunteer, April: 14.1 h; April last year: 422.5 h. 58 volunteers gave 816.0 h in April, against 870.0 h in March. Mental health first aid drew the most (199.5 h, 24.4%). Volunteer coordinator had the fewest volunteer hours (74.5 h). Hours are up 93.1% on April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816.0 h of volunteer time in April, from 58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816.0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870.0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April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April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14.1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422.5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34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58 volunteers gave 816.0 h in April, against 870.0 h in March. Mental health first aid drew the most (199.5 h, 24.4%).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(74.5 h). Hours are up 93.1% on April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