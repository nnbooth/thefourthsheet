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April against April last year: 32.5%; Year to date (Jul to Apr 2026): $1,795,357; Gross margin, year to date: 44.0%. Revenue is $1,795,357 this financial year to date (Jul to Apr 2026). Maintenance contracts make the highest gross margin (63.9%); Installations the lowest (36.1%). The business needs 45.4% gross margin just to cover overheads. Installations: 36.1% gross margin, 1.1 points over the 35.0% target ($12,082 ahead on $1,132,800 this financial year to date). Maintenance contracts: 63.9% gross margin, 28.9 points over the 35.0% target ($114,824 ahead on $398,000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April against April last year: 34.2%; Year to date (Jul to Apr 2026): $398,000; Gross margin, year to date: 63.9%. Maintenance contracts brought in $398,000 this financial year to date, at a 63.9% gross margin (above the 44.0% overall). Maintenance contracts: 63.9% gross margin, 28.9 points over the 35.0% target ($114,824 ahead on $398,000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April against April last year: 39.3%; Year to date (Jul to Apr 2026): $1,132,800; Gross margin, year to date: 36.1%. Installations brought in $1,132,800 this financial year to date, at a 36.1% gross margin (below the 44.0% overall). Installations: 36.1% gross margin, 1.1 points over the 35.0% target ($12,082 ahead on $1,132,800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April against April last year: 5.9%; Year to date (Jul to Apr 2026): $264,557; Gross margin, year to date: 48.1%. Call-outs and repairs brought in $264,557 this financial year to date, at a 48.1% gross margin (above the 44.0% overall). Call-outs and repairs: 48.1% gross margin, 13.1 points over the 35.0% target ($34,680 ahead on $264,557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Apr 2026) against the same period last year · Trades. Same period last year: Not available: the data starts October 2024. From gross margin to profit: 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$183,967 against $138,865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$1,795,357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$789,961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$1,795,357 this financial year to date (Jul to Apr 2026). Maintenance contracts make the highest gross margin (63.9%); Installations the lowest (36.1%). The business needs 45.4%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($12,082 ahead on $1,132,800 this financial year to date). Maintenance contracts: 63.9% gross margin, 28.9 points over the 35.0% target ($114,824 ahead on $398,000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$42,000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$398,000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$254,124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$398,000 this financial year to date, at a 63.9% gross margin (above the 44.0%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($114,824 ahead on $398,000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$116,900 against $83,900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$1,132,800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$408,562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$1,132,800 this financial year to date, at a 36.1% gross margin (below the 44.0%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($12,082 ahead on $1,132,800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$25,067 against $23,665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$264,557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$127,275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$264,557 this financial year to date, at a 48.1% gross margin (above the 44.0%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($34,680 ahead on $264,557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Apr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$254,124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$1,132,800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$408,562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$264,557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$127,275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$1,795,357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$789,961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