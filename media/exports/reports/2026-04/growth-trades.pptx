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191014</c:v>
                </c:pt>
                <c:pt idx="1">
                  <c:v>200124</c:v>
                </c:pt>
                <c:pt idx="2">
                  <c:v>159406</c:v>
                </c:pt>
                <c:pt idx="3">
                  <c:v>156794</c:v>
                </c:pt>
                <c:pt idx="4">
                  <c:v>179190</c:v>
                </c:pt>
                <c:pt idx="5">
                  <c:v>150465</c:v>
                </c:pt>
                <c:pt idx="6">
                  <c:v>138865</c:v>
                </c:pt>
                <c:pt idx="7">
                  <c:v>144649</c:v>
                </c:pt>
                <c:pt idx="8">
                  <c:v>183265</c:v>
                </c:pt>
                <c:pt idx="9">
                  <c:v>208588</c:v>
                </c:pt>
                <c:pt idx="10">
                  <c:v>155118</c:v>
                </c:pt>
                <c:pt idx="11">
                  <c:v>143077</c:v>
                </c:pt>
                <c:pt idx="12">
                  <c:v>143566</c:v>
                </c:pt>
                <c:pt idx="13">
                  <c:v>194966</c:v>
                </c:pt>
                <c:pt idx="14">
                  <c:v>150283</c:v>
                </c:pt>
                <c:pt idx="15">
                  <c:v>183306</c:v>
                </c:pt>
                <c:pt idx="16">
                  <c:v>218908</c:v>
                </c:pt>
                <c:pt idx="17">
                  <c:v>213578</c:v>
                </c:pt>
                <c:pt idx="18">
                  <c:v>183967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27650</c:v>
                </c:pt>
                <c:pt idx="1">
                  <c:v>27650</c:v>
                </c:pt>
                <c:pt idx="2">
                  <c:v>27650</c:v>
                </c:pt>
                <c:pt idx="3">
                  <c:v>27650</c:v>
                </c:pt>
                <c:pt idx="4">
                  <c:v>31300</c:v>
                </c:pt>
                <c:pt idx="5">
                  <c:v>31300</c:v>
                </c:pt>
                <c:pt idx="6">
                  <c:v>31300</c:v>
                </c:pt>
                <c:pt idx="7">
                  <c:v>31300</c:v>
                </c:pt>
                <c:pt idx="8">
                  <c:v>35720</c:v>
                </c:pt>
                <c:pt idx="9">
                  <c:v>37200</c:v>
                </c:pt>
                <c:pt idx="10">
                  <c:v>37200</c:v>
                </c:pt>
                <c:pt idx="11">
                  <c:v>37200</c:v>
                </c:pt>
                <c:pt idx="12">
                  <c:v>40100</c:v>
                </c:pt>
                <c:pt idx="13">
                  <c:v>40100</c:v>
                </c:pt>
                <c:pt idx="14">
                  <c:v>40100</c:v>
                </c:pt>
                <c:pt idx="15">
                  <c:v>40100</c:v>
                </c:pt>
                <c:pt idx="16">
                  <c:v>42000</c:v>
                </c:pt>
                <c:pt idx="17">
                  <c:v>42000</c:v>
                </c:pt>
                <c:pt idx="18">
                  <c:v>42000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141600</c:v>
                </c:pt>
                <c:pt idx="1">
                  <c:v>147100</c:v>
                </c:pt>
                <c:pt idx="2">
                  <c:v>103700</c:v>
                </c:pt>
                <c:pt idx="3">
                  <c:v>100100</c:v>
                </c:pt>
                <c:pt idx="4">
                  <c:v>118600</c:v>
                </c:pt>
                <c:pt idx="5">
                  <c:v>96400</c:v>
                </c:pt>
                <c:pt idx="6">
                  <c:v>83900</c:v>
                </c:pt>
                <c:pt idx="7">
                  <c:v>89900</c:v>
                </c:pt>
                <c:pt idx="8">
                  <c:v>126300</c:v>
                </c:pt>
                <c:pt idx="9">
                  <c:v>152100</c:v>
                </c:pt>
                <c:pt idx="10">
                  <c:v>96500</c:v>
                </c:pt>
                <c:pt idx="11">
                  <c:v>84200</c:v>
                </c:pt>
                <c:pt idx="12">
                  <c:v>79300</c:v>
                </c:pt>
                <c:pt idx="13">
                  <c:v>126900</c:v>
                </c:pt>
                <c:pt idx="14">
                  <c:v>78100</c:v>
                </c:pt>
                <c:pt idx="15">
                  <c:v>109100</c:v>
                </c:pt>
                <c:pt idx="16">
                  <c:v>144800</c:v>
                </c:pt>
                <c:pt idx="17">
                  <c:v>144900</c:v>
                </c:pt>
                <c:pt idx="18">
                  <c:v>116900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21764</c:v>
                </c:pt>
                <c:pt idx="1">
                  <c:v>25374</c:v>
                </c:pt>
                <c:pt idx="2">
                  <c:v>28056</c:v>
                </c:pt>
                <c:pt idx="3">
                  <c:v>29044</c:v>
                </c:pt>
                <c:pt idx="4">
                  <c:v>29290</c:v>
                </c:pt>
                <c:pt idx="5">
                  <c:v>22765</c:v>
                </c:pt>
                <c:pt idx="6">
                  <c:v>23665</c:v>
                </c:pt>
                <c:pt idx="7">
                  <c:v>23449</c:v>
                </c:pt>
                <c:pt idx="8">
                  <c:v>21245</c:v>
                </c:pt>
                <c:pt idx="9">
                  <c:v>19288</c:v>
                </c:pt>
                <c:pt idx="10">
                  <c:v>21418</c:v>
                </c:pt>
                <c:pt idx="11">
                  <c:v>21677</c:v>
                </c:pt>
                <c:pt idx="12">
                  <c:v>24166</c:v>
                </c:pt>
                <c:pt idx="13">
                  <c:v>27966</c:v>
                </c:pt>
                <c:pt idx="14">
                  <c:v>32083</c:v>
                </c:pt>
                <c:pt idx="15">
                  <c:v>34106</c:v>
                </c:pt>
                <c:pt idx="16">
                  <c:v>32108</c:v>
                </c:pt>
                <c:pt idx="17">
                  <c:v>26678</c:v>
                </c:pt>
                <c:pt idx="18">
                  <c:v>25067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Electrical &amp; Air Pty Ltd. Period: April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April against April last year: 32.5%; Year to date (Jul to Apr 2026): $1,795,357; Gross margin, year to date: 44.0%. Revenue is $1,795,357 this financial year to date (Jul to Apr 2026). Maintenance contracts make the highest gross margin (63.9%); Installations the lowest (36.1%). The business needs 45.4% gross margin just to cover overheads. Installations: 36.1% gross margin, 1.1 points over the 35.0% target ($12,082 ahead on $1,132,800 this financial year to date). Maintenance contracts: 63.9% gross margin, 28.9 points over the 35.0% target ($114,824 ahead on $398,000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April against April last year: 34.2%; Year to date (Jul to Apr 2026): $398,000; Gross margin, year to date: 63.9%. Maintenance contracts brought in $398,000 this financial year to date, at a 63.9% gross margin (above the 44.0% overall). Maintenance contracts: 63.9% gross margin, 28.9 points over the 35.0% target ($114,824 ahead on $398,000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April against April last year: 39.3%; Year to date (Jul to Apr 2026): $1,132,800; Gross margin, year to date: 36.1%. Installations brought in $1,132,800 this financial year to date, at a 36.1% gross margin (below the 44.0% overall). Installations: 36.1% gross margin, 1.1 points over the 35.0% target ($12,082 ahead on $1,132,800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April against April last year: 5.9%; Year to date (Jul to Apr 2026): $264,557; Gross margin, year to date: 48.1%. Call-outs and repairs brought in $264,557 this financial year to date, at a 48.1% gross margin (above the 44.0% overall). Call-outs and repairs: 48.1% gross margin, 13.1 points over the 35.0% target ($34,680 ahead on $264,557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Apr 2026) against the same period last year · Trades. Same period last year: Not available: the data starts October 2024. From gross margin to profit: April's jobs made $87,823 gross margin (47.7%). Technician time not charged to jobs took $24,208 and overheads $59,290, leaving $4,325 profit before tax (2.4% of revenue). To cover overheads, jobs need a 45.4%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against April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32.5%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$183,967 against $138,865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$1,795,357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$789,961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$1,795,357 this financial year to date (Jul to Apr 2026). Maintenance contracts make the highest gross margin (63.9%); Installations the lowest (36.1%). The business needs 45.4%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36.1% gross margin, 1.1 points over the 35.0% target ($12,082 ahead on $1,132,800 this financial year to date). Maintenance contracts: 63.9% gross margin, 28.9 points over the 35.0% target ($114,824 ahead on $398,000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against April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34.2%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$42,000 against $31,300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$398,000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$254,124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$398,000 this financial year to date, at a 63.9% gross margin (above the 44.0%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63.9% gross margin, 28.9 points over the 35.0% target ($114,824 ahead on $398,000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against April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$116,900 against $83,900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$1,132,800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36.1%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$408,562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$1,132,800 this financial year to date, at a 36.1% gross margin (below the 44.0%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36.1% gross margin, 1.1 points over the 35.0% target ($12,082 ahead on $1,132,800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against April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$25,067 against $23,665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$264,557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$127,275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$264,557 this financial year to date, at a 48.1% gross margin (above the 44.0%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48.1% gross margin, 13.1 points over the 35.0% target ($34,680 ahead on $264,557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Apr 2026)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April's jobs made $87,823 gross margin (47.7%). Technician time not charged to jobs took $24,208 and overheads $59,290, leaving $4,325 profit before tax (2.4% of revenue). To cover overheads, jobs need a 45.4%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$398,000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$254,124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$1,132,800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$408,562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36.1%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$264,557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$127,275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$1,795,357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$789,961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44.0%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