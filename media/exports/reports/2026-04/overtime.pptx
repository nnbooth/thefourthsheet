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0.0"%";[Red](0.0"%")</c:formatCode>
                <c:ptCount val="19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  <c:pt idx="17">
                  <c:v>4.2</c:v>
                </c:pt>
                <c:pt idx="18">
                  <c:v>5.9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After-hours call-out</c:v>
                </c:pt>
                <c:pt idx="3">
                  <c:v>Installation ran over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2.0</c:v>
                </c:pt>
                <c:pt idx="1">
                  <c:v>12.5</c:v>
                </c:pt>
                <c:pt idx="2">
                  <c:v>19.5</c:v>
                </c:pt>
                <c:pt idx="3">
                  <c:v>26.5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474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T4</c:v>
                </c:pt>
                <c:pt idx="1">
                  <c:v>Technician T6</c:v>
                </c:pt>
                <c:pt idx="2">
                  <c:v>Technician T1</c:v>
                </c:pt>
                <c:pt idx="3">
                  <c:v>Technician T7</c:v>
                </c:pt>
                <c:pt idx="4">
                  <c:v>Technician T3</c:v>
                </c:pt>
                <c:pt idx="5">
                  <c:v>Technician T2</c:v>
                </c:pt>
                <c:pt idx="6">
                  <c:v>Technician T5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1.5</c:v>
                </c:pt>
                <c:pt idx="1">
                  <c:v>2.5</c:v>
                </c:pt>
                <c:pt idx="2">
                  <c:v>9.5</c:v>
                </c:pt>
                <c:pt idx="3">
                  <c:v>10.5</c:v>
                </c:pt>
                <c:pt idx="4">
                  <c:v>12.0</c:v>
                </c:pt>
                <c:pt idx="5">
                  <c:v>12.0</c:v>
                </c:pt>
                <c:pt idx="6">
                  <c:v>12.5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374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April 2026. In short: Overtime was 5.9% of ordinary hours in April (target under 5.0%), up from 3.6%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April: 5.9%; Overtime hours, April: 60.5 h; April last year: 3.6%. Technicians worked 60.5 h of overtime in April, 5.9% of ordinary hours (target under 5.0%), against 4.2% in March. Over the last year it has gone from 3.6% to 5.9%. Installation ran over is the main reason: 26.5 h, 43.8% of the overtime. Technician T5 carried the most (12.5 h). Above target by 8.8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April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April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In short: Overtime was 5.9% of ordinary hours in April (target under 5.0%), up from 3.6%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5.9%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April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48.5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30.5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60.5 h of overtime in April, 5.9% of ordinary hours (target under 5.0%), against 4.2% in March. Over the last year it has gone from 3.6% to 5.9%.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 ran over is the main reason: 26.5 h, 43.8% of the overtime. Technician T5 carried the most (12.5 h). Above target by 8.8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April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April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