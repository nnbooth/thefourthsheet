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11</c:v>
                </c:pt>
                <c:pt idx="1">
                  <c:v>13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0"¢";[Red](0"¢")</c:formatCode>
                <c:ptCount val="19"/>
                <c:pt idx="0">
                  <c:v>24</c:v>
                </c:pt>
                <c:pt idx="1">
                  <c:v>20</c:v>
                </c:pt>
                <c:pt idx="2">
                  <c:v>22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12</c:v>
                </c:pt>
                <c:pt idx="16">
                  <c:v>13</c:v>
                </c:pt>
                <c:pt idx="17">
                  <c:v>13</c:v>
                </c:pt>
                <c:pt idx="18">
                  <c:v>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0"¢";[Red](0"¢")</c:formatCode>
                <c:ptCount val="19"/>
                <c:pt idx="0">
                  <c:v>14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14</c:v>
                </c:pt>
                <c:pt idx="11">
                  <c:v>14</c:v>
                </c:pt>
                <c:pt idx="12">
                  <c:v>14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  <c:pt idx="16">
                  <c:v>13</c:v>
                </c:pt>
                <c:pt idx="17">
                  <c:v>13</c:v>
                </c:pt>
                <c:pt idx="18">
                  <c:v>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Sheet1!$A$2:$A$4</c:f>
              <c:strCache>
                <c:ptCount val="3"/>
                <c:pt idx="0">
                  <c:v>Dec 24</c:v>
                </c:pt>
                <c:pt idx="1">
                  <c:v>Sep 25</c:v>
                </c:pt>
                <c:pt idx="2">
                  <c:v>Dec 25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42</c:v>
                </c:pt>
                <c:pt idx="1">
                  <c:v>41</c:v>
                </c:pt>
                <c:pt idx="2">
                  <c:v>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raise a dollar?. Sample Community Services Ltd. Period: April 2026. In short: Each dollar raised cost 11¢ in April, and 14¢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fundraising. April · all fundraising: 11¢; Year to date (Jul to Apr 2026): 14¢. April cost 11¢ to raise each dollar, against 13¢ in March. This financial year to date it has cost 14¢ a dollar. The year-to-date figure is steadier than single months: events make some months jump. Pick a source above to see which one 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April · Grants: 11¢; Year to date (Jul to Apr 2026): 11¢. Grants cost 11¢ to raise each dollar this financial year to date ($71,000 of grant writing and reporting for $626,965). Usually the cheapest money to raise, as long as the time that goes into applications and acquittals is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April · Donations: 13¢; Year to date (Jul to Apr 2026): 15¢. Donations cost 15¢ to raise each dollar this financial year to date ($25,100 of donor campaigns for $169,200). Steady and cheap, and untied: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April · Fundraising events: –; Year to date (Jul to Apr 2026): 41¢. Fundraising events cost 41¢ to raise each dollar this financial year to date ($17,800 of event costs for $43,000). Usually the dearest money to raise: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In short: Each dollar raised cost 11¢ in April, and 14¢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fundraising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April 2026 (cents)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· all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March 13¢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195572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April cost 11¢ to raise each dollar, against 13¢ in March. This financial year to date it has cost 14¢ a dollar.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195572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Grants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·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March 13¢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 cost 11¢ to raise each dollar this financial year to date ($71,000 of grant writing and reporting for $626,965).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Donations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· Donations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March 13¢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 cost 15¢ to raise each dollar this financial year to date ($25,100 of donor campaigns for $169,200).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Fundraising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· Fundraising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March none raised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 cost 41¢ to raise each dollar this financial year to date ($17,800 of event costs for $43,000).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