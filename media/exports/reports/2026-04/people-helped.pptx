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7D8790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</c:v>
                </c:pt>
                <c:pt idx="1">
                  <c:v>Mental health first aid</c:v>
                </c:pt>
                <c:pt idx="2">
                  <c:v>Housing support</c:v>
                </c:pt>
                <c:pt idx="3">
                  <c:v>Digital literacy</c:v>
                </c:pt>
                <c:pt idx="4">
                  <c:v>Youth outreach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80.8</c:v>
                </c:pt>
                <c:pt idx="1">
                  <c:v>82.9</c:v>
                </c:pt>
                <c:pt idx="2">
                  <c:v>84.6</c:v>
                </c:pt>
                <c:pt idx="3">
                  <c:v>85.3</c:v>
                </c:pt>
                <c:pt idx="4">
                  <c:v>89.5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#,##0;[Red](#,##0)</c:formatCode>
                <c:ptCount val="19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Sample Community Services Ltd. Period: April 2026. In short: 491 people helped in April; 93 couldn't be reached (84.1%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People helped, April: 491; Couldn't reach, April: 93; Share reached, April: 84.1%. 491 people were helped in April, and 93 came to a program but couldn't be helped: 84.1% reached (target 90.0%), against 85.7% in March. Community meals reached the smallest share: 80.8% (42 couldn't be helped). The main reason: program at capacity (34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April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491 people helped in April; 93 couldn't be reached (84.1%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April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412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April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69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April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84.1%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491 people were helped in April, and 93 came to a program but couldn't be helped: 84.1% reached (target 90.0%), against 85.7% in March.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reached the smallest share: 80.8% (42 couldn't be helped). The main reason: program at capacity (34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