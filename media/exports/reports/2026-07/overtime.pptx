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0.0"%";[Red](0.0"%")</c:formatCode>
                <c:ptCount val="22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  <c:pt idx="19">
                  <c:v>6.7</c:v>
                </c:pt>
                <c:pt idx="20">
                  <c:v>7.2</c:v>
                </c:pt>
                <c:pt idx="21">
                  <c:v>4.9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Installation ran over</c:v>
                </c:pt>
                <c:pt idx="2">
                  <c:v>Short-staffed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9.0</c:v>
                </c:pt>
                <c:pt idx="1">
                  <c:v>10.5</c:v>
                </c:pt>
                <c:pt idx="2">
                  <c:v>11.0</c:v>
                </c:pt>
                <c:pt idx="3">
                  <c:v>27.0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1.0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T4</c:v>
                </c:pt>
                <c:pt idx="1">
                  <c:v>Technician T6</c:v>
                </c:pt>
                <c:pt idx="2">
                  <c:v>Technician T7</c:v>
                </c:pt>
                <c:pt idx="3">
                  <c:v>Technician T3</c:v>
                </c:pt>
                <c:pt idx="4">
                  <c:v>Technician T2</c:v>
                </c:pt>
                <c:pt idx="5">
                  <c:v>Technician T5</c:v>
                </c:pt>
                <c:pt idx="6">
                  <c:v>Technician T1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2.0</c:v>
                </c:pt>
                <c:pt idx="1">
                  <c:v>4.0</c:v>
                </c:pt>
                <c:pt idx="2">
                  <c:v>5.0</c:v>
                </c:pt>
                <c:pt idx="3">
                  <c:v>8.5</c:v>
                </c:pt>
                <c:pt idx="4">
                  <c:v>8.5</c:v>
                </c:pt>
                <c:pt idx="5">
                  <c:v>9.0</c:v>
                </c:pt>
                <c:pt idx="6">
                  <c:v>20.5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5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July 2026. In short: Overtime was 4.9% of ordinary hours in July (target under 5.0%), up from 3.3%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July: 4.9%; Overtime hours, July: 57.5 h; July last year: 3.3%. Technicians worked 57.5 h of overtime in July, 4.9% of ordinary hours (target under 5.0%), against 7.2% in June. Over the last year it has gone from 3.3% to 4.9%. After-hours call-out is the main reason: 27.0 h, 47.0% of the overtime. Technician T1 carried the most (20.5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July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July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Overtime was 4.9% of ordinary hours in July (target under 5.0%), up from 3.3%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57.5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81.0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57.5 h of overtime in July, 4.9% of ordinary hours (target under 5.0%), against 7.2% in June. Over the last year it has gone from 3.3% to 4.9%.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27.0 h, 47.0% of the overtime. Technician T1 carried the most (20.5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