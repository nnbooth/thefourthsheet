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July 2026. In short: Grants cost 10¢ to raise each dollar in July; donations 15¢.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July it cost: Grants 10¢, donations 15¢ to raise each dollar. 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$72,618 raised this financial year to date (83.5% of everything raised), $7,100 to raise it, so $65,518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$14,300 raised this financial year to date (16.5% of everything raised), $2,200 to raise it, so $12,100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$0 raised this financial year to date (0.0% of everything raised), $0 to raise it, so $0 left for programs: –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15¢; Raised, year to date $86,918.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Grants cost 10¢ to raise each dollar in July; donations 15¢.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July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it cost: Grants 10¢, donations 15¢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$72,618 raised this financial year to date (83.5% of everything raised), $7,100 to raise it, so $65,518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$14,300 raised this financial year to date (16.5% of everything raised), $2,200 to raise it, so $12,100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$0 to raise it, so $0 left for programs: –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$86,918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