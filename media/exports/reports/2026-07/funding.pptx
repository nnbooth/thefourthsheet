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10</c:v>
                </c:pt>
                <c:pt idx="1">
                  <c:v>15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.2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$#,##0;[Red]($#,##0);"-"</c:formatCode>
                <c:ptCount val="22"/>
                <c:pt idx="0">
                  <c:v>26600</c:v>
                </c:pt>
                <c:pt idx="1">
                  <c:v>31800</c:v>
                </c:pt>
                <c:pt idx="2">
                  <c:v>29700</c:v>
                </c:pt>
                <c:pt idx="3">
                  <c:v>62700</c:v>
                </c:pt>
                <c:pt idx="4">
                  <c:v>61700</c:v>
                </c:pt>
                <c:pt idx="5">
                  <c:v>54500</c:v>
                </c:pt>
                <c:pt idx="6">
                  <c:v>61500</c:v>
                </c:pt>
                <c:pt idx="7">
                  <c:v>61700</c:v>
                </c:pt>
                <c:pt idx="8">
                  <c:v>52200</c:v>
                </c:pt>
                <c:pt idx="9">
                  <c:v>59063</c:v>
                </c:pt>
                <c:pt idx="10">
                  <c:v>61544</c:v>
                </c:pt>
                <c:pt idx="11">
                  <c:v>62137</c:v>
                </c:pt>
                <c:pt idx="12">
                  <c:v>69185</c:v>
                </c:pt>
                <c:pt idx="13">
                  <c:v>70164</c:v>
                </c:pt>
                <c:pt idx="14">
                  <c:v>68793</c:v>
                </c:pt>
                <c:pt idx="15">
                  <c:v>59785</c:v>
                </c:pt>
                <c:pt idx="16">
                  <c:v>55759</c:v>
                </c:pt>
                <c:pt idx="17">
                  <c:v>53806</c:v>
                </c:pt>
                <c:pt idx="18">
                  <c:v>66729</c:v>
                </c:pt>
                <c:pt idx="19">
                  <c:v>72245</c:v>
                </c:pt>
                <c:pt idx="20">
                  <c:v>70872</c:v>
                </c:pt>
                <c:pt idx="21">
                  <c:v>72618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8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$#,##0;[Red]($#,##0);"-"</c:formatCode>
                <c:ptCount val="22"/>
                <c:pt idx="0">
                  <c:v>15300</c:v>
                </c:pt>
                <c:pt idx="1">
                  <c:v>17700</c:v>
                </c:pt>
                <c:pt idx="2">
                  <c:v>24700</c:v>
                </c:pt>
                <c:pt idx="3">
                  <c:v>12400</c:v>
                </c:pt>
                <c:pt idx="4">
                  <c:v>15600</c:v>
                </c:pt>
                <c:pt idx="5">
                  <c:v>15700</c:v>
                </c:pt>
                <c:pt idx="6">
                  <c:v>15700</c:v>
                </c:pt>
                <c:pt idx="7">
                  <c:v>15800</c:v>
                </c:pt>
                <c:pt idx="8">
                  <c:v>38100</c:v>
                </c:pt>
                <c:pt idx="9">
                  <c:v>13500</c:v>
                </c:pt>
                <c:pt idx="10">
                  <c:v>16000</c:v>
                </c:pt>
                <c:pt idx="11">
                  <c:v>16100</c:v>
                </c:pt>
                <c:pt idx="12">
                  <c:v>16200</c:v>
                </c:pt>
                <c:pt idx="13">
                  <c:v>18700</c:v>
                </c:pt>
                <c:pt idx="14">
                  <c:v>26100</c:v>
                </c:pt>
                <c:pt idx="15">
                  <c:v>13100</c:v>
                </c:pt>
                <c:pt idx="16">
                  <c:v>16400</c:v>
                </c:pt>
                <c:pt idx="17">
                  <c:v>16500</c:v>
                </c:pt>
                <c:pt idx="18">
                  <c:v>16600</c:v>
                </c:pt>
                <c:pt idx="19">
                  <c:v>16600</c:v>
                </c:pt>
                <c:pt idx="20">
                  <c:v>40100</c:v>
                </c:pt>
                <c:pt idx="21">
                  <c:v>14300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$#,##0;[Red]($#,##0);"-"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6200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36800</c:v>
                </c:pt>
                <c:pt idx="12">
                  <c:v>0</c:v>
                </c:pt>
                <c:pt idx="13">
                  <c:v>0</c:v>
                </c:pt>
                <c:pt idx="14">
                  <c:v>6200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funding is worth chasing?. Sample Community Services Ltd. Period: July 2026. In short: Grants cost 10¢ to raise each dollar in July; donations 15¢. Each source of money compared on what it raises and what it costs to raise. Pick a source and every chart, table row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sources. In July it cost: Grants 10¢, donations 15¢ to raise each dollar. Cheapest to raise in July: grants (10¢ a dollar). Dearest: donations (15¢).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Grants: $72,618 raised this financial year to date (83.5% of everything raised), $7,100 to raise it, so $65,518 left for programs: 10¢ per dollar. Most of the money, and usually the cheapest to raise, starting with grants that renew.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Donations: $14,300 raised this financial year to date (16.5% of everything raised), $2,200 to raise it, so $12,100 left for programs: 15¢ per dollar. Cheap and flexible (untied):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Fundraising events: $0 raised this financial year to date (0.0% of everything raised), $0 to raise it, so $0 left for programs: – per dollar. The dearest per dollar: worth measuring the new donors each event brings in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funding is worth chasing?: Cheapest to raise: Grants 10¢; Dearest to raise: Donations 15¢; Raised, year to date $86,918.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Financial year to date (Jul 2026), by source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funding is worth chasing?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July 2026. In short: Grants cost 10¢ to raise each dollar in July; donations 15¢. Each source of money compared on what it raises and what it costs to raise. Pick a source and every chart, table row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2026: Locked. July 2026 is locked (closed 4 Aug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July 2026 (cents)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14996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2869692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292455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98876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 July it cost: Grants 10¢, donations 15¢ to raise each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2869692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292455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3198876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Cheapest to raise in July: grants (10¢ a dollar). Dearest: donations (15¢). Events are worth counting for what else they bring too (new donors, profile).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Grants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Grants: $72,618 raised this financial year to date (83.5% of everything raised), $7,100 to raise it, so $65,518 left for programs: 10¢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Most of the money, and usually the cheapest to raise, starting with grants that renew.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Donations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Donations: $14,300 raised this financial year to date (16.5% of everything raised), $2,200 to raise it, so $12,100 left for programs: 15¢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Cheap and flexible (untied): the money that builds reserves.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Fundraising events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events: $0 raised this financial year to date (0.0% of everything raised), $0 to raise it, so $0 left for programs: –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dearest per dollar: worth measuring the new donors each event brings in too.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Which funding is worth chasing?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Cheapest to raise: Grants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10¢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per $1 raised in July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498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29658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Dearest to raise: Donations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15¢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per $1 raised in July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64956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Raised, year to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$86,918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Financial year to date (Jul 2026), by source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Raised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of raising it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Left after costs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per $1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$72,618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$65,518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Donations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$14,300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$12,100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15¢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Fundraising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