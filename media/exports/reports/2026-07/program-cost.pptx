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$#,##0;[Red]($#,##0);"-"</c:formatCode>
                <c:ptCount val="6"/>
                <c:pt idx="0">
                  <c:v>5475</c:v>
                </c:pt>
                <c:pt idx="1">
                  <c:v>6227</c:v>
                </c:pt>
                <c:pt idx="2">
                  <c:v>8326</c:v>
                </c:pt>
                <c:pt idx="3">
                  <c:v>14996</c:v>
                </c:pt>
                <c:pt idx="4">
                  <c:v>40260</c:v>
                </c:pt>
                <c:pt idx="5">
                  <c:v>50333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7882.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30502</c:v>
                </c:pt>
                <c:pt idx="16">
                  <c:v>26508</c:v>
                </c:pt>
                <c:pt idx="17">
                  <c:v>24832</c:v>
                </c:pt>
                <c:pt idx="18">
                  <c:v>23730</c:v>
                </c:pt>
                <c:pt idx="19">
                  <c:v>31337</c:v>
                </c:pt>
                <c:pt idx="20">
                  <c:v>29994</c:v>
                </c:pt>
                <c:pt idx="21">
                  <c:v>29097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  <c:pt idx="13">
                  <c:v>21079</c:v>
                </c:pt>
                <c:pt idx="14">
                  <c:v>19272</c:v>
                </c:pt>
                <c:pt idx="15">
                  <c:v>21157</c:v>
                </c:pt>
                <c:pt idx="16">
                  <c:v>20743</c:v>
                </c:pt>
                <c:pt idx="17">
                  <c:v>16515</c:v>
                </c:pt>
                <c:pt idx="18">
                  <c:v>20451</c:v>
                </c:pt>
                <c:pt idx="19">
                  <c:v>21174</c:v>
                </c:pt>
                <c:pt idx="20">
                  <c:v>20366</c:v>
                </c:pt>
                <c:pt idx="21">
                  <c:v>23274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9584</c:v>
                </c:pt>
                <c:pt idx="19">
                  <c:v>8950</c:v>
                </c:pt>
                <c:pt idx="20">
                  <c:v>9797</c:v>
                </c:pt>
                <c:pt idx="21">
                  <c:v>8669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  <c:pt idx="13">
                  <c:v>4585</c:v>
                </c:pt>
                <c:pt idx="14">
                  <c:v>5221</c:v>
                </c:pt>
                <c:pt idx="15">
                  <c:v>4426</c:v>
                </c:pt>
                <c:pt idx="16">
                  <c:v>5408</c:v>
                </c:pt>
                <c:pt idx="17">
                  <c:v>5427</c:v>
                </c:pt>
                <c:pt idx="18">
                  <c:v>5509</c:v>
                </c:pt>
                <c:pt idx="19">
                  <c:v>4635</c:v>
                </c:pt>
                <c:pt idx="20">
                  <c:v>4316</c:v>
                </c:pt>
                <c:pt idx="21">
                  <c:v>4813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3600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2932</c:v>
                </c:pt>
                <c:pt idx="18">
                  <c:v>3555</c:v>
                </c:pt>
                <c:pt idx="19">
                  <c:v>2649</c:v>
                </c:pt>
                <c:pt idx="20">
                  <c:v>2699</c:v>
                </c:pt>
                <c:pt idx="21">
                  <c:v>3165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July 2026. In short: Housing support costs $50,333 in full in July: $21,236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is the biggest program: $50,333 in July once its share of untied program costs and administration is added to $29,097 of grant spending. Shared costs add 73.0%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support. Housing support cost $50,333 in full in July: $29,097 paid by the State Housing Program grant, and $21,236 of shared costs no grant covers. It has spent 93.3% of its budget to date, with $164,000 left and 5 months to go. The full cost is $50,333 a month; $21,236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$40,260 in full in July: $23,274 paid by the State Department of Families grant, and $16,986 of shared costs no grant covers. It has spent 100.8% of its budget to date, with $218,000 left and 11 months to go. The full cost is $40,260 a month; $16,986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Mental health first aid. Mental health first aid cost $14,996 in full in July: $8,669 paid by the Federal health program grant, and $6,327 of shared costs no grant covers. It has spent 92.5% of its budget to date, with $83,000 left and 8 months to go. The full cost is $14,996 a month; $6,327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$8,326 in full in July: $4,813 paid by the Philanthropic foundation grant, and $3,513 of shared costs no grant covers. It has spent 99.0% of its budget to date, with $40,500 left and 8 months to go. The full cost is $8,326 a month; $3,513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meals. Community meals cost $6,227 in full in July: $3,600 paid by the Local council community grant grant, and $2,627 of shared costs no grant covers. It has spent 90.0% of its budget to date, with $44,400 left and 11 months to go. The full cost is $6,227 a month; $2,627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coordinator. Volunteer coordinator cost $5,475 in full in July: $3,165 paid by the State volunteering grant grant, and $2,310 of shared costs no grant covers. It has spent 100.0% of its budget to date, with $21,000 left and 7 months to go. The full cost is $5,475 a month; $2,310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98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In short: Housing support costs $50,333 in full in July: $21,236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52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July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0358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405884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is the biggest program: $50,333 in July once its share of untied program costs and administration is added to $29,097 of grant spending. Shared costs add 73.0%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405884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cost $50,333 in full in July: $29,097 paid by the State Housing Program grant, and $21,236 of shared costs no grant covers. It has spent 93.3% of its budget to date, with $164,000 left and 5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$50,333 a month; $21,236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$40,260 in full in July: $23,274 paid by the State Department of Families grant, and $16,986 of shared costs no grant covers. It has spent 100.8% of its budget to date, with $218,000 left and 11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$40,260 a month; $16,986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Mental health first aid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Mental health first aid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cost $14,996 in full in July: $8,669 paid by the Federal health program grant, and $6,327 of shared costs no grant covers. It has spent 92.5% of its budget to date, with $83,000 left and 8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$14,996 a month; $6,327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$8,326 in full in July: $4,813 paid by the Philanthropic foundation grant, and $3,513 of shared costs no grant covers. It has spent 99.0% of its budget to date, with $40,500 left and 8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$8,326 a month; $3,513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cost $6,227 in full in July: $3,600 paid by the Local council community grant grant, and $2,627 of shared costs no grant covers. It has spent 90.0% of its budget to date, with $44,400 left and 11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$6,227 a month; $2,627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coordinator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Volunteer coordinator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cost $5,475 in full in July: $3,165 paid by the State volunteering grant grant, and $2,310 of shared costs no grant covers. It has spent 100.0% of its budget to date, with $21,000 left and 7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$5,475 a month; $2,310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