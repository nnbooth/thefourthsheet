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$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dPt>
            <c:idx val="5"/>
            <c:spPr>
              <a:solidFill>
                <a:srgbClr val="0E9F6E"/>
              </a:solidFill>
            </c:spPr>
          </c:dPt>
          <c:cat>
            <c:strRef>
              <c:f>Sheet1!$A$2:$A$7</c:f>
              <c:strCache>
                <c:ptCount val="6"/>
                <c:pt idx="0">
                  <c:v>Volunteer coordinator</c:v>
                </c:pt>
                <c:pt idx="1">
                  <c:v>Community meals</c:v>
                </c:pt>
                <c:pt idx="2">
                  <c:v>Digital literacy</c:v>
                </c:pt>
                <c:pt idx="3">
                  <c:v>Mental health first aid</c:v>
                </c:pt>
                <c:pt idx="4">
                  <c:v>Youth outreach</c:v>
                </c:pt>
                <c:pt idx="5">
                  <c:v>Housing support</c:v>
                </c:pt>
              </c:strCache>
            </c:strRef>
          </c:cat>
          <c:val>
            <c:numRef>
              <c:f>Sheet1!$B$2:$B$7</c:f>
              <c:numCache>
                <c:formatCode>$#,##0;[Red]($#,##0);"-"</c:formatCode>
                <c:ptCount val="6"/>
                <c:pt idx="0">
                  <c:v>5475</c:v>
                </c:pt>
                <c:pt idx="1">
                  <c:v>6227</c:v>
                </c:pt>
                <c:pt idx="2">
                  <c:v>8326</c:v>
                </c:pt>
                <c:pt idx="3">
                  <c:v>14996</c:v>
                </c:pt>
                <c:pt idx="4">
                  <c:v>40260</c:v>
                </c:pt>
                <c:pt idx="5">
                  <c:v>50333</c:v>
                </c:pt>
              </c:numCache>
            </c:numRef>
          </c:val>
        </c:ser>
        <c:dLbls>
          <c:numFmt formatCode="$#,##0;[Red]($#,##0);&quot;-&quot;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57882.95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Spend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Sheet1!$A$2:$A$23</c:f>
              <c:strCache>
                <c:ptCount val="22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  <c:pt idx="21">
                  <c:v>Jul 26</c:v>
                </c:pt>
              </c:strCache>
            </c:strRef>
          </c:cat>
          <c:val>
            <c:numRef>
              <c:f>Sheet1!$B$2:$B$23</c:f>
              <c:numCache>
                <c:formatCode>$#,##0;[Red]($#,##0);"-"</c:formatCode>
                <c:ptCount val="2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30502</c:v>
                </c:pt>
                <c:pt idx="16">
                  <c:v>26508</c:v>
                </c:pt>
                <c:pt idx="17">
                  <c:v>24832</c:v>
                </c:pt>
                <c:pt idx="18">
                  <c:v>23730</c:v>
                </c:pt>
                <c:pt idx="19">
                  <c:v>31337</c:v>
                </c:pt>
                <c:pt idx="20">
                  <c:v>29994</c:v>
                </c:pt>
                <c:pt idx="21">
                  <c:v>29097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4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Spend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Sheet1!$A$2:$A$23</c:f>
              <c:strCache>
                <c:ptCount val="22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  <c:pt idx="21">
                  <c:v>Jul 26</c:v>
                </c:pt>
              </c:strCache>
            </c:strRef>
          </c:cat>
          <c:val>
            <c:numRef>
              <c:f>Sheet1!$B$2:$B$23</c:f>
              <c:numCache>
                <c:formatCode>$#,##0;[Red]($#,##0);"-"</c:formatCode>
                <c:ptCount val="2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17363</c:v>
                </c:pt>
                <c:pt idx="10">
                  <c:v>21144</c:v>
                </c:pt>
                <c:pt idx="11">
                  <c:v>17537</c:v>
                </c:pt>
                <c:pt idx="12">
                  <c:v>21925</c:v>
                </c:pt>
                <c:pt idx="13">
                  <c:v>21079</c:v>
                </c:pt>
                <c:pt idx="14">
                  <c:v>19272</c:v>
                </c:pt>
                <c:pt idx="15">
                  <c:v>21157</c:v>
                </c:pt>
                <c:pt idx="16">
                  <c:v>20743</c:v>
                </c:pt>
                <c:pt idx="17">
                  <c:v>16515</c:v>
                </c:pt>
                <c:pt idx="18">
                  <c:v>20451</c:v>
                </c:pt>
                <c:pt idx="19">
                  <c:v>21174</c:v>
                </c:pt>
                <c:pt idx="20">
                  <c:v>20366</c:v>
                </c:pt>
                <c:pt idx="21">
                  <c:v>23274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25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5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Spend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Sheet1!$A$2:$A$23</c:f>
              <c:strCache>
                <c:ptCount val="22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  <c:pt idx="21">
                  <c:v>Jul 26</c:v>
                </c:pt>
              </c:strCache>
            </c:strRef>
          </c:cat>
          <c:val>
            <c:numRef>
              <c:f>Sheet1!$B$2:$B$23</c:f>
              <c:numCache>
                <c:formatCode>$#,##0;[Red]($#,##0);"-"</c:formatCode>
                <c:ptCount val="2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9584</c:v>
                </c:pt>
                <c:pt idx="19">
                  <c:v>8950</c:v>
                </c:pt>
                <c:pt idx="20">
                  <c:v>9797</c:v>
                </c:pt>
                <c:pt idx="21">
                  <c:v>8669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12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Spend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Sheet1!$A$2:$A$23</c:f>
              <c:strCache>
                <c:ptCount val="22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  <c:pt idx="21">
                  <c:v>Jul 26</c:v>
                </c:pt>
              </c:strCache>
            </c:strRef>
          </c:cat>
          <c:val>
            <c:numRef>
              <c:f>Sheet1!$B$2:$B$23</c:f>
              <c:numCache>
                <c:formatCode>$#,##0;[Red]($#,##0);"-"</c:formatCode>
                <c:ptCount val="2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5160</c:v>
                </c:pt>
                <c:pt idx="13">
                  <c:v>4585</c:v>
                </c:pt>
                <c:pt idx="14">
                  <c:v>5221</c:v>
                </c:pt>
                <c:pt idx="15">
                  <c:v>4426</c:v>
                </c:pt>
                <c:pt idx="16">
                  <c:v>5408</c:v>
                </c:pt>
                <c:pt idx="17">
                  <c:v>5427</c:v>
                </c:pt>
                <c:pt idx="18">
                  <c:v>5509</c:v>
                </c:pt>
                <c:pt idx="19">
                  <c:v>4635</c:v>
                </c:pt>
                <c:pt idx="20">
                  <c:v>4316</c:v>
                </c:pt>
                <c:pt idx="21">
                  <c:v>4813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6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Spend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Sheet1!$A$2:$A$23</c:f>
              <c:strCache>
                <c:ptCount val="22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  <c:pt idx="21">
                  <c:v>Jul 26</c:v>
                </c:pt>
              </c:strCache>
            </c:strRef>
          </c:cat>
          <c:val>
            <c:numRef>
              <c:f>Sheet1!$B$2:$B$23</c:f>
              <c:numCache>
                <c:formatCode>$#,##0;[Red]($#,##0);"-"</c:formatCode>
                <c:ptCount val="2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3600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4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Spend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Sheet1!$A$2:$A$23</c:f>
              <c:strCache>
                <c:ptCount val="22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  <c:pt idx="21">
                  <c:v>Jul 26</c:v>
                </c:pt>
              </c:strCache>
            </c:strRef>
          </c:cat>
          <c:val>
            <c:numRef>
              <c:f>Sheet1!$B$2:$B$23</c:f>
              <c:numCache>
                <c:formatCode>$#,##0;[Red]($#,##0);"-"</c:formatCode>
                <c:ptCount val="2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2932</c:v>
                </c:pt>
                <c:pt idx="18">
                  <c:v>3555</c:v>
                </c:pt>
                <c:pt idx="19">
                  <c:v>2649</c:v>
                </c:pt>
                <c:pt idx="20">
                  <c:v>2699</c:v>
                </c:pt>
                <c:pt idx="21">
                  <c:v>3165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4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does each program really cost?. Sample Community Services Ltd. Period: July 2026. In short: Housing support costs $50,333 in full in July: $21,236 more than its grant spending, once its share of shared costs is added. Each program's full cost: what its grant pays for, plus its fair share of the costs no single grant covers (untied program costs and administration, shared by grant spending). Pick a program and every chart and note follows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programs. Housing support is the biggest program: $50,333 in July once its share of untied program costs and administration is added to $29,097 of grant spending. Shared costs add 73.0% on top of grant spending across all programs. The full cost (not just the grant line) is the number for renewal applications, where the funder lets you recover a share of overheads. Pick a program above to see it on its own.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Housing support. Housing support cost $50,333 in full in July: $29,097 paid by the State Housing Program grant, and $21,236 of shared costs no grant covers. It has spent 93.3% of its budget to date, with $164,000 left and 5 months to go. The full cost is $50,333 a month; $21,236 of it is shared cost the grant doesn't pay for. Worth asking for as much of it as the funder allows at renewal.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Youth outreach. Youth outreach cost $40,260 in full in July: $23,274 paid by the State Department of Families grant, and $16,986 of shared costs no grant covers. It has spent 100.8% of its budget to date, with $218,000 left and 11 months to go. The full cost is $40,260 a month; $16,986 of it is shared cost the grant doesn't pay for. Worth asking for as much of it as the funder allows at renewal.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Mental health first aid. Mental health first aid cost $14,996 in full in July: $8,669 paid by the Federal health program grant, and $6,327 of shared costs no grant covers. It has spent 92.5% of its budget to date, with $83,000 left and 8 months to go. The full cost is $14,996 a month; $6,327 of it is shared cost the grant doesn't pay for. Worth asking for as much of it as the funder allows at renewal.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Digital literacy. Digital literacy cost $8,326 in full in July: $4,813 paid by the Philanthropic foundation grant, and $3,513 of shared costs no grant covers. It has spent 99.0% of its budget to date, with $40,500 left and 8 months to go. The full cost is $8,326 a month; $3,513 of it is shared cost the grant doesn't pay for. Worth asking for as much of it as the funder allows at renewal.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Community meals. Community meals cost $6,227 in full in July: $3,600 paid by the Local council community grant grant, and $2,627 of shared costs no grant covers. It has spent 90.0% of its budget to date, with $44,400 left and 11 months to go. The full cost is $6,227 a month; $2,627 of it is shared cost the grant doesn't pay for. Worth asking for as much of it as the funder allows at renewal.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Volunteer coordinator. Volunteer coordinator cost $5,475 in full in July: $3,165 paid by the State volunteering grant grant, and $2,310 of shared costs no grant covers. It has spent 100.0% of its budget to date, with $21,000 left and 7 months to go. The full cost is $5,475 a month; $2,310 of it is shared cost the grant doesn't pay for. Worth asking for as much of it as the funder allows at renewal.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Relationship Id="rId3" Type="http://schemas.openxmlformats.org/officeDocument/2006/relationships/chart" Target="../charts/chart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Relationship Id="rId3" Type="http://schemas.openxmlformats.org/officeDocument/2006/relationships/chart" Target="../charts/char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Relationship Id="rId3" Type="http://schemas.openxmlformats.org/officeDocument/2006/relationships/chart" Target="../charts/char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What does each program really cost?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9804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July 2026. In short: Housing support costs $50,333 in full in July: $21,236 more than its grant spending, once its share of shared costs is added. Each program's full cost: what its grant pays for, plus its fair share of the costs no single grant covers (untied program costs and administration, shared by grant spending). Pick a program and every chart and note follows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7752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July 2026: Locked. July 2026 is locked (closed 4 Aug 2026). These numbers won't change.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All programs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Full cost of each program, July 2026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035808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4405884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4460748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4735068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Housing support is the biggest program: $50,333 in July once its share of untied program costs and administration is added to $29,097 of grant spending. Shared costs add 73.0% on top of grant spending across all programs.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4405884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4460748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4735068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full cost (not just the grant line) is the number for renewal applications, where the funder lets you recover a share of overheads. Pick a program above to see it on its own.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Housing support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Grant spending, by month · Housing support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6438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01396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Housing support cost $50,333 in full in July: $29,097 paid by the State Housing Program grant, and $21,236 of shared costs no grant covers. It has spent 93.3% of its budget to date, with $164,000 left and 5 months to go.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501396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full cost is $50,333 a month; $21,236 of it is shared cost the grant doesn't pay for. Worth asking for as much of it as the funder allows at renewal.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Youth outreach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Grant spending, by month · Youth outreach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6438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01396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Youth outreach cost $40,260 in full in July: $23,274 paid by the State Department of Families grant, and $16,986 of shared costs no grant covers. It has spent 100.8% of its budget to date, with $218,000 left and 11 months to go.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501396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full cost is $40,260 a month; $16,986 of it is shared cost the grant doesn't pay for. Worth asking for as much of it as the funder allows at renewal.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Mental health first aid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Grant spending, by month · Mental health first aid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6438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01396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Mental health first aid cost $14,996 in full in July: $8,669 paid by the Federal health program grant, and $6,327 of shared costs no grant covers. It has spent 92.5% of its budget to date, with $83,000 left and 8 months to go.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501396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full cost is $14,996 a month; $6,327 of it is shared cost the grant doesn't pay for. Worth asking for as much of it as the funder allows at renewal.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5 of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Digital literacy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Grant spending, by month · Digital literacy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6438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01396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Digital literacy cost $8,326 in full in July: $4,813 paid by the Philanthropic foundation grant, and $3,513 of shared costs no grant covers. It has spent 99.0% of its budget to date, with $40,500 left and 8 months to go.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501396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full cost is $8,326 a month; $3,513 of it is shared cost the grant doesn't pay for. Worth asking for as much of it as the funder allows at renewal.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6 of 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Community meals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Grant spending, by month · Community meals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6438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01396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Community meals cost $6,227 in full in July: $3,600 paid by the Local council community grant grant, and $2,627 of shared costs no grant covers. It has spent 90.0% of its budget to date, with $44,400 left and 11 months to go.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501396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full cost is $6,227 a month; $2,627 of it is shared cost the grant doesn't pay for. Worth asking for as much of it as the funder allows at renewal.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7 of 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Volunteer coordinator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Grant spending, by month · Volunteer coordinator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6438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01396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Volunteer coordinator cost $5,475 in full in July: $3,165 paid by the State volunteering grant grant, and $2,310 of shared costs no grant covers. It has spent 100.0% of its budget to date, with $21,000 left and 7 months to go.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501396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full cost is $5,475 a month; $2,310 of it is shared cost the grant doesn't pay for. Worth asking for as much of it as the funder allows at renewal.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8 of 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