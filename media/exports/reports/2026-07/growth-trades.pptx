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  <c:pt idx="17">
                  <c:v>213578</c:v>
                </c:pt>
                <c:pt idx="18">
                  <c:v>183967</c:v>
                </c:pt>
                <c:pt idx="19">
                  <c:v>180342</c:v>
                </c:pt>
                <c:pt idx="20">
                  <c:v>193032</c:v>
                </c:pt>
                <c:pt idx="21">
                  <c:v>215610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  <c:pt idx="17">
                  <c:v>42000</c:v>
                </c:pt>
                <c:pt idx="18">
                  <c:v>42000</c:v>
                </c:pt>
                <c:pt idx="19">
                  <c:v>45350</c:v>
                </c:pt>
                <c:pt idx="20">
                  <c:v>45350</c:v>
                </c:pt>
                <c:pt idx="21">
                  <c:v>45350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  <c:pt idx="17">
                  <c:v>144900</c:v>
                </c:pt>
                <c:pt idx="18">
                  <c:v>116900</c:v>
                </c:pt>
                <c:pt idx="19">
                  <c:v>103400</c:v>
                </c:pt>
                <c:pt idx="20">
                  <c:v>115600</c:v>
                </c:pt>
                <c:pt idx="21">
                  <c:v>143000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  <c:pt idx="17">
                  <c:v>26678</c:v>
                </c:pt>
                <c:pt idx="18">
                  <c:v>25067</c:v>
                </c:pt>
                <c:pt idx="19">
                  <c:v>31592</c:v>
                </c:pt>
                <c:pt idx="20">
                  <c:v>32082</c:v>
                </c:pt>
                <c:pt idx="21">
                  <c:v>27260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July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July against July last year: 3.4%; Year to date against the same period last year: 3.4%; Gross margin, year to date: 43.4%. Revenue is 3.4% up on the same period last year, year to date ($215,610 against $208,588). Maintenance contracts make the highest gross margin (63.9%); Installations the lowest (36.0%). The business needs 39.8% gross margin just to cover overheads. Installations: 36.0% gross margin, 1.0 points over the 35.0% target ($1,430 ahead on $143,000 this financial year to date). Maintenance contracts: 63.9% gross margin, 28.9 points over the 35.0% target ($13,094 ahead on $45,350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July against July last year: 21.9%; Year to date against the same period last year: 21.9%; Gross margin, year to date: 63.9%. Maintenance contracts brought in $45,350 this financial year to date, 21.9% on the same period last year (faster than the business as a whole, 3.4%), at a 63.9% gross margin (above the 43.4% overall). Maintenance contracts: 63.9% gross margin, 28.9 points over the 35.0% target ($13,094 ahead on $45,350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July against July last year: (6.0%); Year to date against the same period last year: (6.0%); Gross margin, year to date: 36.0%. Installations brought in $143,000 this financial year to date, (6.0%) on the same period last year (slower than the business as a whole, 3.4%), at a 36.0% gross margin (below the 43.4% overall). Installations: 36.0% gross margin, 1.0 points over the 35.0% target ($1,430 ahead on $143,000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July against July last year: 41.3%; Year to date against the same period last year: 41.3%; Gross margin, year to date: 47.8%. Call-outs and repairs brought in $27,260 this financial year to date, 41.3% on the same period last year (faster than the business as a whole, 3.4%), at a 47.8% gross margin (above the 43.4% overall). Call-outs and repairs: 47.8% gross margin, 12.8 points over the 35.0% target ($3,499 ahead on $27,260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2026) against the same period last year · Trades. From gross margin to profit: July's jobs made $93,486 gross margin (43.4%). Technician time not charged to jobs took $26,391 and overheads $59,440, leaving $7,655 profit before tax (3.6% of revenue). To cover overheads, jobs need a 39.8%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$215,610 against $208,588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$215,610 against $208,588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$93,486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3.4% up on the same period last year, year to date ($215,610 against $208,588). Maintenance contracts make the highest gross margin (63.9%); Installations the lowest (36.0%). The business needs 39.8%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36.0% gross margin, 1.0 points over the 35.0% target ($1,430 ahead on $143,000 this financial year to date). Maintenance contracts: 63.9% gross margin, 28.9 points over the 35.0% target ($13,094 ahead on $45,350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21.9%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$45,350 against $37,200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$45,350 against $37,200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$28,966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$45,350 this financial year to date, 21.9% on the same period last year (faster than the business as a whole, 3.4%), at a 63.9% gross margin (above the 43.4%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63.9% gross margin, 28.9 points over the 35.0% target ($13,094 ahead on $45,350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(6.0%)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$143,000 against $152,100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(6.0%)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$143,000 against $152,100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$51,480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$143,000 this financial year to date, (6.0%) on the same period last year (slower than the business as a whole, 3.4%), at a 36.0% gross margin (below the 43.4%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36.0% gross margin, 1.0 points over the 35.0% target ($1,430 ahead on $143,000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$27,260 against $19,288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$27,260 against $19,288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$13,040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$27,260 this financial year to date, 41.3% on the same period last year (faster than the business as a whole, 3.4%), at a 47.8% gross margin (above the 43.4%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47.8% gross margin, 12.8 points over the 35.0% target ($3,499 ahead on $27,260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July's jobs made $93,486 gross margin (43.4%). Technician time not charged to jobs took $26,391 and overheads $59,440, leaving $7,655 profit before tax (3.6% of revenue). To cover overheads, jobs need a 39.8%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081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$45,350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$152,100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(6.0%)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$51,480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$19,288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$215,610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$208,588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$93,486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43.4%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