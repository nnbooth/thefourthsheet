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15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0"¢";[Red](0"¢")</c:formatCode>
                <c:ptCount val="22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0"¢";[Red](0"¢")</c:formatCode>
                <c:ptCount val="22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  <c:pt idx="21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July 2026. In short: Each dollar raised cost 11¢ in July, and 11¢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July · all fundraising: 11¢; Year to date (Jul 2026): 11¢. July cost 11¢ to raise each dollar, against 11¢ in June. This financial year to date it has cost 11¢ a dollar, against 13¢ in the same period last year.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July · Grants: 10¢; Year to date (Jul 2026): 10¢. Grants cost 10¢ to raise each dollar this financial year to date ($7,100 of grant writing and reporting for $72,618), against 12¢ in the same period last year.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July · Donations: 15¢; Year to date (Jul 2026): 15¢. Donations cost 15¢ to raise each dollar this financial year to date ($2,200 of donor campaigns for $14,300), against 16¢ in the same period last year.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July · Fundraising events: –; Year to date (Jul 2026): –. Fundraising events cost – to raise each dollar this financial year to date ($0 of event costs for $0).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Each dollar raised cost 11¢ in July, and 11¢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July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13¢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July cost 11¢ to raise each dollar, against 11¢ in June. This financial year to date it has cost 11¢ a dollar, against 13¢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10¢ to raise each dollar this financial year to date ($7,100 of grant writing and reporting for $72,618),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16¢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($2,200 of donor campaigns for $14,300), against 16¢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–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– to raise each dollar this financial year to date ($0 of event costs for $0).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