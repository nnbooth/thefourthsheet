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  <c:pt idx="18">
                  <c:v>88665</c:v>
                </c:pt>
                <c:pt idx="19">
                  <c:v>84920</c:v>
                </c:pt>
                <c:pt idx="20">
                  <c:v>127580</c:v>
                </c:pt>
                <c:pt idx="21">
                  <c:v>133455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  <c:pt idx="18">
                  <c:v>51865</c:v>
                </c:pt>
                <c:pt idx="19">
                  <c:v>48120</c:v>
                </c:pt>
                <c:pt idx="20">
                  <c:v>84880</c:v>
                </c:pt>
                <c:pt idx="21">
                  <c:v>88055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  <c:pt idx="19">
                  <c:v>31100</c:v>
                </c:pt>
                <c:pt idx="20">
                  <c:v>35700</c:v>
                </c:pt>
                <c:pt idx="21">
                  <c:v>35700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  <c:pt idx="18">
                  <c:v>5700</c:v>
                </c:pt>
                <c:pt idx="19">
                  <c:v>5700</c:v>
                </c:pt>
                <c:pt idx="20">
                  <c:v>7000</c:v>
                </c:pt>
                <c:pt idx="21">
                  <c:v>9700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July against July last year: 40.8%; Year to date against the same period last year: 40.8%; Gross margin, year to date: 64.3%. Revenue is 40.8% up on the same period last year, year to date ($133,455 against $94,805). Training makes the highest gross margin (72.2%); Projects the lowest (63.6%). The business needs 54.8% gross margin just to cover overheads. Projects: 63.6% gross margin, 23.6 points over the 40.0% target ($20,753 ahead on $88,055 this financial year to date). Training: 72.2% gross margin, 32.2 points over the 40.0% target ($3,120 ahead on $9,700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July against July last year: 23.7%; Year to date against the same period last year: 23.7%; Gross margin, year to date: 63.6%. Projects brought in $88,055 this financial year to date, 23.7% on the same period last year (slower than the business as a whole, 40.8%), at a 63.6% gross margin (below the 64.3% overall). Projects: 63.6% gross margin, 23.6 points over the 40.0% target ($20,753 ahead on $88,055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July against July last year: 99.4%; Year to date against the same period last year: 99.4%; Gross margin, year to date: 63.9%. Retainers brought in $35,700 this financial year to date, 99.4% on the same period last year (faster than the business as a whole, 40.8%), at a 63.9% gross margin (below the 64.3% overall). Retainers: 63.9% gross margin, 23.9 points over the 40.0% target ($8,520 ahead on $35,700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July against July last year: 70.2%; Year to date against the same period last year: 70.2%; Gross margin, year to date: 72.2%. Training brought in $9,700 this financial year to date, 70.2% on the same period last year (faster than the business as a whole, 40.8%), at a 72.2% gross margin (above the 64.3% overall). Training: 72.2% gross margin, 32.2 points over the 40.0% target ($3,120 ahead on $9,700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2026) against the same period last year · Services. From gross margin to profit: July's client work made $85,775 gross margin (64.3%). Consultant time not charged to client work took $21,048 and overheads $52,050, leaving $12,677 profit before tax (9.5% of revenue). To cover overheads, client work needs a 54.8%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40.8%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$133,455 against $94,805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$133,455 against $94,805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$85,775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40.8% up on the same period last year, year to date ($133,455 against $94,805). Training makes the highest gross margin (72.2%); Projects the lowest (63.6%). The business needs 54.8%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63.6% gross margin, 23.6 points over the 40.0% target ($20,753 ahead on $88,055 this financial year to date). Training: 72.2% gross margin, 32.2 points over the 40.0% target ($3,120 ahead on $9,700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23.7%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$88,055 against $71,205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$88,055 against $71,205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$55,975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$88,055 this financial year to date, 23.7% on the same period last year (slower than the business as a whole, 40.8%), at a 63.6% gross margin (below the 64.3%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63.6% gross margin, 23.6 points over the 40.0% target ($20,753 ahead on $88,055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$35,700 against $17,900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$35,700 against $17,900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$22,800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$35,700 this financial year to date, 99.4% on the same period last year (faster than the business as a whole, 40.8%), at a 63.9% gross margin (below the 64.3%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63.9% gross margin, 23.9 points over the 40.0% target ($8,520 ahead on $35,700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$9,700 against $5,700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$9,700 against $5,700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$7,000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$9,700 this financial year to date, 70.2% on the same period last year (faster than the business as a whole, 40.8%), at a 72.2% gross margin (above the 64.3%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72.2% gross margin, 32.2 points over the 40.0% target ($3,120 ahead on $9,700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July's client work made $85,775 gross margin (64.3%). Consultant time not charged to client work took $21,048 and overheads $52,050, leaving $12,677 profit before tax (9.5% of revenue). To cover overheads, client work needs a 54.8%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$88,055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$133,455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$94,805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40.8%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$85,775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64.3%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