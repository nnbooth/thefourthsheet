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Digital literacy</c:v>
                </c:pt>
                <c:pt idx="1">
                  <c:v>Mental health first aid</c:v>
                </c:pt>
                <c:pt idx="2">
                  <c:v>Housing support</c:v>
                </c:pt>
                <c:pt idx="3">
                  <c:v>Community meals</c:v>
                </c:pt>
                <c:pt idx="4">
                  <c:v>Youth outreach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82.3</c:v>
                </c:pt>
                <c:pt idx="1">
                  <c:v>83.8</c:v>
                </c:pt>
                <c:pt idx="2">
                  <c:v>83.9</c:v>
                </c:pt>
                <c:pt idx="3">
                  <c:v>84.1</c:v>
                </c:pt>
                <c:pt idx="4">
                  <c:v>85.1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#,##0;[Red](#,##0)</c:formatCode>
                <c:ptCount val="22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  <c:pt idx="21">
                  <c:v>497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July 2026. In short: 497 people helped in July; 94 couldn't be reached (84.1%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July: 497; Couldn't reach, July: 94; Share reached, July: 84.1%. 497 people were helped in July, and 94 came to a program but couldn't be helped: 84.1% reached (target 90.0%), against 83.8% in June. Digital literacy reached the smallest share: 82.3% (11 couldn't be helped). The main reason: program at capacity (33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497 people helped in July; 94 couldn't be reached (84.1%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490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3108"/>
            <a:ext cx="0" cy="233354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95665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15356"/>
            <a:ext cx="5501487" cy="839724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497 people were helped in July, and 94 came to a program but couldn't be helped: 84.1% reached (target 90.0%), against 83.8% in June.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515356"/>
            <a:ext cx="5501487" cy="839724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reached the smallest share: 82.3% (11 couldn't be helped). The main reason: program at capacity (33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