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Digital literacy</c:v>
                </c:pt>
                <c:pt idx="2">
                  <c:v>Community meals</c:v>
                </c:pt>
                <c:pt idx="3">
                  <c:v>Housing support</c:v>
                </c:pt>
                <c:pt idx="4">
                  <c:v>Youth outreach</c:v>
                </c:pt>
                <c:pt idx="5">
                  <c:v>Mental health first aid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63.0</c:v>
                </c:pt>
                <c:pt idx="1">
                  <c:v>163.5</c:v>
                </c:pt>
                <c:pt idx="2">
                  <c:v>172.5</c:v>
                </c:pt>
                <c:pt idx="3">
                  <c:v>176.0</c:v>
                </c:pt>
                <c:pt idx="4">
                  <c:v>179.0</c:v>
                </c:pt>
                <c:pt idx="5">
                  <c:v>184.0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1.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#,##0;[Red](#,##0)</c:formatCode>
                <c:ptCount val="22"/>
                <c:pt idx="0">
                  <c:v>381.0</c:v>
                </c:pt>
                <c:pt idx="1">
                  <c:v>373.5</c:v>
                </c:pt>
                <c:pt idx="2">
                  <c:v>383.5</c:v>
                </c:pt>
                <c:pt idx="3">
                  <c:v>387.5</c:v>
                </c:pt>
                <c:pt idx="4">
                  <c:v>376.5</c:v>
                </c:pt>
                <c:pt idx="5">
                  <c:v>444.0</c:v>
                </c:pt>
                <c:pt idx="6">
                  <c:v>422.5</c:v>
                </c:pt>
                <c:pt idx="7">
                  <c:v>562.0</c:v>
                </c:pt>
                <c:pt idx="8">
                  <c:v>568.0</c:v>
                </c:pt>
                <c:pt idx="9">
                  <c:v>609.5</c:v>
                </c:pt>
                <c:pt idx="10">
                  <c:v>627.0</c:v>
                </c:pt>
                <c:pt idx="11">
                  <c:v>708.5</c:v>
                </c:pt>
                <c:pt idx="12">
                  <c:v>817.0</c:v>
                </c:pt>
                <c:pt idx="13">
                  <c:v>780.5</c:v>
                </c:pt>
                <c:pt idx="14">
                  <c:v>830.5</c:v>
                </c:pt>
                <c:pt idx="15">
                  <c:v>817.5</c:v>
                </c:pt>
                <c:pt idx="16">
                  <c:v>781.0</c:v>
                </c:pt>
                <c:pt idx="17">
                  <c:v>870.0</c:v>
                </c:pt>
                <c:pt idx="18">
                  <c:v>816.0</c:v>
                </c:pt>
                <c:pt idx="19">
                  <c:v>830.5</c:v>
                </c:pt>
                <c:pt idx="20">
                  <c:v>878.5</c:v>
                </c:pt>
                <c:pt idx="21">
                  <c:v>938.0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July 2026. In short: 938.0 h of volunteer time in July, from 60 volunteers; most went to Mental health first aid.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July: 938.0 h; Volunteers who did a shift, July: 60; Hours per volunteer, July: 15.6 h; July last year: 609.5 h. 60 volunteers gave 938.0 h in July, against 878.5 h in June. Mental health first aid drew the most (184.0 h, 19.6%). Volunteer coordinator had the fewest volunteer hours (63.0 h). Hours are up 53.9% on July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In short: 938.0 h of volunteer time in July, from 60 volunteers; most went to Mental health first aid.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July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938.0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878.5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July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July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15.6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609.5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41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60 volunteers gave 938.0 h in July, against 878.5 h in June. Mental health first aid drew the most (184.0 h, 19.6%).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(63.0 h). Hours are up 53.9% on July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