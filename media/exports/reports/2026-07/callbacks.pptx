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  <c:pt idx="20">
                  <c:v>56.1</c:v>
                </c:pt>
                <c:pt idx="21">
                  <c:v>57.4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Email</c:v>
                </c:pt>
                <c:pt idx="2">
                  <c:v>Web form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54.8</c:v>
                </c:pt>
                <c:pt idx="1">
                  <c:v>56.3</c:v>
                </c:pt>
                <c:pt idx="2">
                  <c:v>63.6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July 2026. In short: 57.4% called back within 2 working hours in July (target 80.0%); median wait 92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July: 57.4%; Median wait, July: 92 min; Enquiries, July: 122. 57.4% of the 122 enquiries called back in July heard back within 2 working hours (target 80.0%), up from 56.1% in June. The median wait was 92 working minutes. 28 more enquiries would have needed a faster callback to reach the 80.0% target. Phone enquiries are the slowest: 54.8%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July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57.4% called back within 2 working hours in July (target 80.0%); median wait 92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57.4%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June 56.1%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99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114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57.4% of the 122 enquiries called back in July heard back within 2 working hours (target 80.0%), up from 56.1% in June. The median wait was 92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28 more enquiries would have needed a faster callback to reach the 80.0% target. Phone enquiries are the slowest: 54.8%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