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 per new customer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253</c:v>
                </c:pt>
                <c:pt idx="1">
                  <c:v>255</c:v>
                </c:pt>
                <c:pt idx="2">
                  <c:v>211</c:v>
                </c:pt>
                <c:pt idx="3">
                  <c:v>200</c:v>
                </c:pt>
                <c:pt idx="4">
                  <c:v>246</c:v>
                </c:pt>
                <c:pt idx="5">
                  <c:v>247</c:v>
                </c:pt>
                <c:pt idx="6">
                  <c:v>280</c:v>
                </c:pt>
                <c:pt idx="7">
                  <c:v>271</c:v>
                </c:pt>
                <c:pt idx="8">
                  <c:v>263</c:v>
                </c:pt>
                <c:pt idx="9">
                  <c:v>300</c:v>
                </c:pt>
                <c:pt idx="10">
                  <c:v>233</c:v>
                </c:pt>
                <c:pt idx="11">
                  <c:v>269</c:v>
                </c:pt>
                <c:pt idx="12">
                  <c:v>261</c:v>
                </c:pt>
                <c:pt idx="13">
                  <c:v>227</c:v>
                </c:pt>
                <c:pt idx="14">
                  <c:v>173</c:v>
                </c:pt>
                <c:pt idx="15">
                  <c:v>182</c:v>
                </c:pt>
                <c:pt idx="16">
                  <c:v>221</c:v>
                </c:pt>
                <c:pt idx="17">
                  <c:v>227</c:v>
                </c:pt>
                <c:pt idx="18">
                  <c:v>240</c:v>
                </c:pt>
                <c:pt idx="19">
                  <c:v>233</c:v>
                </c:pt>
                <c:pt idx="20">
                  <c:v>215</c:v>
                </c:pt>
                <c:pt idx="21">
                  <c:v>263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Sample Electrical &amp; Air Pty Ltd. Period: July 2026. In short: $263 per new customer in July: 32 new customers from $8,400 of marketing. Marketing spend divided by the customers it actually brought in (a customer's first ever job), month by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July 2026: $263; July last year: $300; Year to date (Jul 2026): $263. 32 new customers came from $8,400 of marketing in July, against 39 from $8,400 in June: $263 each, up from $215. Worth knowing which channels brought this month's customers in: recording the source of each new customer shows the cost per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July 2026. In short: $263 per new customer in July: 32 new customers from $8,400 of marketing. Marketing spend divided by the customers it actually brought in (a customer's first ever job), month by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win a customer,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June $215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28 new customers from $8,400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(12.5%) on the same period last year ($300)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32 new customers came from $8,400 of marketing in July, against 39 from $8,400 in June: $263 each, up from $215.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Worth knowing which channels brought this month's customers in: recording the source of each new customer shows the cost per channel.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