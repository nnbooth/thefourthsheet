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36.0</c:v>
                </c:pt>
                <c:pt idx="1">
                  <c:v>47.8</c:v>
                </c:pt>
                <c:pt idx="2">
                  <c:v>63.9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3.48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dPt>
            <c:idx val="12"/>
            <c:spPr>
              <a:solidFill>
                <a:srgbClr val="0E9F6E"/>
              </a:solidFill>
            </c:spPr>
          </c:dPt>
          <c:dPt>
            <c:idx val="13"/>
            <c:spPr>
              <a:solidFill>
                <a:srgbClr val="0E9F6E"/>
              </a:solidFill>
            </c:spPr>
          </c:dPt>
          <c:cat>
            <c:strRef>
              <c:f>Sheet1!$A$2:$A$15</c:f>
              <c:strCache>
                <c:ptCount val="14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Wacol logistics depot</c:v>
                </c:pt>
                <c:pt idx="4">
                  <c:v>Milton office tower</c:v>
                </c:pt>
                <c:pt idx="5">
                  <c:v>Bulimba school</c:v>
                </c:pt>
                <c:pt idx="6">
                  <c:v>Chermside retail centre</c:v>
                </c:pt>
                <c:pt idx="7">
                  <c:v>Southbank cafe group</c:v>
                </c:pt>
                <c:pt idx="8">
                  <c:v>Fortitude Valley hotel</c:v>
                </c:pt>
                <c:pt idx="9">
                  <c:v>Riverside Apartments (strata)</c:v>
                </c:pt>
                <c:pt idx="10">
                  <c:v>Newstead gym</c:v>
                </c:pt>
                <c:pt idx="11">
                  <c:v>Ashgrove aged care</c:v>
                </c:pt>
                <c:pt idx="12">
                  <c:v>Wynnum medical centre</c:v>
                </c:pt>
                <c:pt idx="13">
                  <c:v>Carindale vet clinic</c:v>
                </c:pt>
              </c:strCache>
            </c:strRef>
          </c:cat>
          <c:val>
            <c:numRef>
              <c:f>Sheet1!$B$2:$B$15</c:f>
              <c:numCache>
                <c:formatCode>0.0"%";[Red](0.0"%")</c:formatCode>
                <c:ptCount val="14"/>
                <c:pt idx="0">
                  <c:v>62.9</c:v>
                </c:pt>
                <c:pt idx="1">
                  <c:v>63.1</c:v>
                </c:pt>
                <c:pt idx="2">
                  <c:v>63.1</c:v>
                </c:pt>
                <c:pt idx="3">
                  <c:v>63.4</c:v>
                </c:pt>
                <c:pt idx="4">
                  <c:v>63.4</c:v>
                </c:pt>
                <c:pt idx="5">
                  <c:v>63.6</c:v>
                </c:pt>
                <c:pt idx="6">
                  <c:v>63.8</c:v>
                </c:pt>
                <c:pt idx="7">
                  <c:v>64.0</c:v>
                </c:pt>
                <c:pt idx="8">
                  <c:v>64.2</c:v>
                </c:pt>
                <c:pt idx="9">
                  <c:v>64.3</c:v>
                </c:pt>
                <c:pt idx="10">
                  <c:v>64.3</c:v>
                </c:pt>
                <c:pt idx="11">
                  <c:v>64.4</c:v>
                </c:pt>
                <c:pt idx="12">
                  <c:v>65.1</c:v>
                </c:pt>
                <c:pt idx="13">
                  <c:v>66.2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6.1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Installation J-2543</c:v>
                </c:pt>
                <c:pt idx="1">
                  <c:v>Installation J-2542</c:v>
                </c:pt>
                <c:pt idx="2">
                  <c:v>Installation J-2541</c:v>
                </c:pt>
                <c:pt idx="3">
                  <c:v>Installation J-2540</c:v>
                </c:pt>
              </c:strCache>
            </c:strRef>
          </c:cat>
          <c:val>
            <c:numRef>
              <c:f>Sheet1!$B$2:$B$5</c:f>
              <c:numCache>
                <c:formatCode>0.0"%";[Red](0.0"%")</c:formatCode>
                <c:ptCount val="4"/>
                <c:pt idx="0">
                  <c:v>35.9</c:v>
                </c:pt>
                <c:pt idx="1">
                  <c:v>36.0</c:v>
                </c:pt>
                <c:pt idx="2">
                  <c:v>36.0</c:v>
                </c:pt>
                <c:pt idx="3">
                  <c:v>36.1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.76999999999999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1-hour call-outs (8)</c:v>
                </c:pt>
                <c:pt idx="1">
                  <c:v>1.5-hour call-outs (10)</c:v>
                </c:pt>
                <c:pt idx="2">
                  <c:v>2-hour call-outs (15)</c:v>
                </c:pt>
                <c:pt idx="3">
                  <c:v>2.5-hour call-outs (7)</c:v>
                </c:pt>
                <c:pt idx="4">
                  <c:v>3-hour call-outs (9)</c:v>
                </c:pt>
                <c:pt idx="5">
                  <c:v>4-hour call-outs (5)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40.4</c:v>
                </c:pt>
                <c:pt idx="1">
                  <c:v>45.0</c:v>
                </c:pt>
                <c:pt idx="2">
                  <c:v>48.8</c:v>
                </c:pt>
                <c:pt idx="3">
                  <c:v>49.3</c:v>
                </c:pt>
                <c:pt idx="4">
                  <c:v>49.4</c:v>
                </c:pt>
                <c:pt idx="5">
                  <c:v>50.2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7.7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0.0"%";[Red](0.0"%")</c:formatCode>
                <c:ptCount val="22"/>
                <c:pt idx="0">
                  <c:v>40.1</c:v>
                </c:pt>
                <c:pt idx="1">
                  <c:v>43.5</c:v>
                </c:pt>
                <c:pt idx="2">
                  <c:v>46.5</c:v>
                </c:pt>
                <c:pt idx="3">
                  <c:v>48.5</c:v>
                </c:pt>
                <c:pt idx="4">
                  <c:v>42.9</c:v>
                </c:pt>
                <c:pt idx="5">
                  <c:v>43.0</c:v>
                </c:pt>
                <c:pt idx="6">
                  <c:v>44.7</c:v>
                </c:pt>
                <c:pt idx="7">
                  <c:v>42.1</c:v>
                </c:pt>
                <c:pt idx="8">
                  <c:v>46.8</c:v>
                </c:pt>
                <c:pt idx="9">
                  <c:v>42.3</c:v>
                </c:pt>
                <c:pt idx="10">
                  <c:v>49.5</c:v>
                </c:pt>
                <c:pt idx="11">
                  <c:v>44.0</c:v>
                </c:pt>
                <c:pt idx="12">
                  <c:v>44.7</c:v>
                </c:pt>
                <c:pt idx="13">
                  <c:v>40.5</c:v>
                </c:pt>
                <c:pt idx="14">
                  <c:v>43.7</c:v>
                </c:pt>
                <c:pt idx="15">
                  <c:v>41.9</c:v>
                </c:pt>
                <c:pt idx="16">
                  <c:v>44.9</c:v>
                </c:pt>
                <c:pt idx="17">
                  <c:v>42.2</c:v>
                </c:pt>
                <c:pt idx="18">
                  <c:v>47.7</c:v>
                </c:pt>
                <c:pt idx="19">
                  <c:v>45.2</c:v>
                </c:pt>
                <c:pt idx="20">
                  <c:v>44.8</c:v>
                </c:pt>
                <c:pt idx="21">
                  <c:v>43.4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July 2026. In short: Jobs made a 43.4% gross margin in July: maintenance contracts the most (63.9%), installations the least (36.0%).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July's jobs made $93,486 gross margin (43.4%). Technician time not charged to jobs took $26,391 and overheads $59,440, leaving $7,655 profit before tax (3.6% of revenue). To cover overheads, jobs need a 39.8%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July · All jobs: 43.4%; Job gross margin, June · All jobs: 44.8%; Gross margin jobs need to break even: 39.8%. In July maintenance contracts made a 63.9% job gross margin, installations made a 36.0% job gross margin, call-outs and repairs made a 47.8% job gross margin (technician time at $68 an hour, wages and all on-costs). Jobs need 39.8% just to cover overheads. Installations: 36.0% gross margin, 1.0 points over the 35.0% target ($1,430 ahead on $143,000 in July). Maintenance contracts: 63.9% gross margin, 28.9 points over the 35.0% target ($13,094 ahead on $45,350 in July).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July · Maintenance contracts: 63.9%; Job gross margin, June · Maintenance contracts: 63.9%; Gross margin jobs need to break even: 39.8%. All 14 contracts made more than the 35.0% job gross margin target. The thinnest was Kangaroo Point townhouses at 62.9% job gross margin: 14.0 h of technician time on a $2,700 monthly fee. The thinnest, Kangaroo Point townhouses: 62.9% gross margin, 27.9 points over the 35.0% target ($753 ahead on $2,700 in July). All maintenance contracts: 63.9% gross margin, 28.9 points over the 35.0% target ($13,094 ahead on $45,350 in July).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July 2026. The month's fee less materials and technician time at $68/hour. Target 35.0% is what to price for; break-even 39.8%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July · Installations: 36.0%; Job gross margin, June · Installations: 36.2%; Gross margin jobs need to break even: 39.8%. 0 of the 4 installation jobs invoiced in July made less than the 35.0% job gross margin target. The Installation J-2543 made a 35.9% job gross margin: 128.0 h of technician time ($8,704) and $2,600 of subcontractors on a $37,300 job. Jobs need 39.8% gross margin just to cover overheads. Every installation cleared the 35.0% target. Most profitable: Installation J-2540 (36.1%).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July · Call-outs and repairs: 47.8%; Job gross margin, June · Call-outs and repairs: 49.1%; Gross margin jobs need to break even: 39.8%; Technician time charged, July: $19,161; Materials charged, July: $8,099. 54 call-outs in July billed $19,161 of technician time and $8,099 of materials ($6,230 at cost plus 30%), and made a 47.8% job gross margin between them. Gross margins run from 40.4% to 50.2% by length: the hourly rate covers technician time comfortably, so the gross margin mostly moves with how much material goes on the van. All call-outs: 47.8% gross margin, 12.8 points over the 35.0% target ($3,499 ahead on $27,260 in July).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July 2026. In short: Jobs made a 43.4% gross margin in July: maintenance contracts the most (63.9%), installations the least (36.0%).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July's jobs made $93,486 gross margin (43.4%). Technician time not charged to jobs took $26,391 and overheads $59,440, leaving $7,655 profit before tax (3.6% of revenue). To cover overheads, jobs need a 39.8%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$93,486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$83,205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$56,814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$26,391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$67,095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$59,440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$7,655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$215,610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43.4%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3.6%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39.8%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July 2026.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July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June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(July)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6955705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858425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82949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285669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39.8%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July maintenance contracts made a 63.9% job gross margin, installations made a 36.0% job gross margin, call-outs and repairs made a 47.8% job gross margin (technician time at $68 an hour, wages and all on-costs). Jobs need 39.8%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36.0% gross margin, 1.0 points over the 35.0% target ($1,430 ahead on $143,000 in July). Maintenance contracts: 63.9% gross margin, 28.9 points over the 35.0% target ($13,094 ahead on $45,350 in July).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July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June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(July)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14 contracts made more than the 35.0% job gross margin target. The thinnest was Kangaroo Point townhouses at 62.9% job gross margin: 14.0 h of technician time on a $2,700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62.9% gross margin, 27.9 points over the 35.0% target ($753 ahead on $2,700 in July). All maintenance contracts: 63.9% gross margin, 28.9 points over the 35.0% target ($13,094 ahead on $45,350 in July).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July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39.8%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847469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750189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259869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162589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July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36.0%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June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36.2%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(July)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8842116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744836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528067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430787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39.8%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0 of the 4 installation jobs invoiced in July made less than the 35.0% job gross margin target. The Installation J-2543 made a 35.9% job gross margin: 128.0 h of technician time ($8,704) and $2,600 of subcontractors on a $37,300 job. Jobs need 39.8%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Every installation cleared the 35.0% target. Most profitable: Installation J-2540 (36.1%).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July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47.8%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June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49.1%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(July)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July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$19,161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70.3%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July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$8,099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$6,230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7805901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708621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349743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252463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39.8%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54 call-outs in July billed $19,161 of technician time and $8,099 of materials ($6,230 at cost plus 30%), and made a 47.8% job gross margin between them. Gross margins run from 40.4% to 50.2%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47.8% gross margin, 12.8 points over the 35.0% target ($3,499 ahead on $27,260 in July).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