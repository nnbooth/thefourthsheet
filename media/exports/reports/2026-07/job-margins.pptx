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36.0</c:v>
                </c:pt>
                <c:pt idx="1">
                  <c:v>47.8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Installation J-2543</c:v>
                </c:pt>
                <c:pt idx="1">
                  <c:v>Installation J-2542</c:v>
                </c:pt>
                <c:pt idx="2">
                  <c:v>Installation J-2541</c:v>
                </c:pt>
                <c:pt idx="3">
                  <c:v>Installation J-2540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35.9</c:v>
                </c:pt>
                <c:pt idx="1">
                  <c:v>36.0</c:v>
                </c:pt>
                <c:pt idx="2">
                  <c:v>36.0</c:v>
                </c:pt>
                <c:pt idx="3">
                  <c:v>36.1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76999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(8)</c:v>
                </c:pt>
                <c:pt idx="1">
                  <c:v>1.5-hour call-outs (10)</c:v>
                </c:pt>
                <c:pt idx="2">
                  <c:v>2-hour call-outs (15)</c:v>
                </c:pt>
                <c:pt idx="3">
                  <c:v>2.5-hour call-outs (7)</c:v>
                </c:pt>
                <c:pt idx="4">
                  <c:v>3-hour call-outs (9)</c:v>
                </c:pt>
                <c:pt idx="5">
                  <c:v>4-hour call-outs (5)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40.4</c:v>
                </c:pt>
                <c:pt idx="1">
                  <c:v>45.0</c:v>
                </c:pt>
                <c:pt idx="2">
                  <c:v>48.8</c:v>
                </c:pt>
                <c:pt idx="3">
                  <c:v>49.3</c:v>
                </c:pt>
                <c:pt idx="4">
                  <c:v>49.4</c:v>
                </c:pt>
                <c:pt idx="5">
                  <c:v>50.2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7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0.0"%";[Red](0.0"%")</c:formatCode>
                <c:ptCount val="22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  <c:pt idx="19">
                  <c:v>45.2</c:v>
                </c:pt>
                <c:pt idx="20">
                  <c:v>44.8</c:v>
                </c:pt>
                <c:pt idx="21">
                  <c:v>43.4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July 2026. In short: Jobs made a 43.4% gross margin in July: maintenance contracts the most (63.9%), installations the least (36.0%).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July's jobs made $93,486 gross margin (43.4%). Technician time not charged to jobs took $26,391 and overheads $59,440, leaving $7,655 profit before tax (3.6% of revenue). To cover overheads, jobs need a 39.8%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July · All jobs: 43.4%; Job gross margin, June · All jobs: 44.8%; Gross margin jobs need to break even: 39.8%. In July maintenance contracts made a 63.9% job gross margin, installations made a 36.0% job gross margin, call-outs and repairs made a 47.8% job gross margin (technician time at $68 an hour, wages and all on-costs). Jobs need 39.8% just to cover overheads. Installations: 36.0% gross margin, 1.0 points over the 35.0% target ($1,430 ahead on $143,000 in July). Maintenance contracts: 63.9% gross margin, 28.9 points over the 35.0% target ($13,094 ahead on $45,350 in July).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July · Maintenance contracts: 63.9%; Job gross margin, June · Maintenance contracts: 63.9%; Gross margin jobs need to break even: 39.8%.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July). All maintenance contracts: 63.9% gross margin, 28.9 points over the 35.0% target ($13,094 ahead on $45,350 in July).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July 2026. The month's fee less materials and technician time at $68/hour. Target 35.0% is what to price for; break-even 39.8%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July · Installations: 36.0%; Job gross margin, June · Installations: 36.2%; Gross margin jobs need to break even: 39.8%. 0 of the 4 installation jobs invoiced in July made less than the 35.0% job gross margin target. The Installation J-2543 made a 35.9% job gross margin: 128.0 h of technician time ($8,704) and $2,600 of subcontractors on a $37,300 job. Jobs need 39.8% gross margin just to cover overheads. Every installation cleared the 35.0% target. Most profitable: Installation J-2540 (36.1%).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July · Call-outs and repairs: 47.8%; Job gross margin, June · Call-outs and repairs: 49.1%; Gross margin jobs need to break even: 39.8%; Technician time charged, July: $19,161; Materials charged, July: $8,099. 54 call-outs in July billed $19,161 of technician time and $8,099 of materials ($6,230 at cost plus 30%), and made a 47.8% job gross margin between them. Gross margins run from 40.4% to 50.2% by length: the hourly rate covers technician time comfortably, so the gross margin mostly moves with how much material goes on the van. All call-outs: 47.8% gross margin, 12.8 points over the 35.0% target ($3,499 ahead on $27,260 in July).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Jobs made a 43.4% gross margin in July: maintenance contracts the most (63.9%), installations the least (36.0%).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July's jobs made $93,486 gross margin (43.4%). Technician time not charged to jobs took $26,391 and overheads $59,440, leaving $7,655 profit before tax (3.6% of revenue). To cover overheads, jobs need a 39.8%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$93,486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$83,205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$26,391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$67,095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$59,440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$215,610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July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(July)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2949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85669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July maintenance contracts made a 63.9% job gross margin, installations made a 36.0% job gross margin, call-outs and repairs made a 47.8% job gross margin (technician time at $68 an hour, wages and all on-costs). Jobs need 39.8%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36.0% gross margin, 1.0 points over the 35.0% target ($1,430 ahead on $143,000 in July). Maintenance contracts: 63.9% gross margin, 28.9 points over the 35.0% target ($13,094 ahead on $45,350 in July).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July). All maintenance contracts: 63.9% gross margin, 28.9 points over the 35.0% target ($13,094 ahead on $45,350 in July).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39.8%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59869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62589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(July)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842116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44836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4 installation jobs invoiced in July made less than the 35.0% job gross margin target. The Installation J-2543 made a 35.9% job gross margin: 128.0 h of technician time ($8,704) and $2,600 of subcontractors on a $37,300 job. Jobs need 39.8%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Installation J-2540 (36.1%).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June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(July)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$19,161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70.3%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July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$8,099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$6,230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80590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0862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49743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252463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54 call-outs in July billed $19,161 of technician time and $8,099 of materials ($6,230 at cost plus 30%), and made a 47.8% job gross margin between them. Gross margins run from 40.4% to 50.2%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47.8% gross margin, 12.8 points over the 35.0% target ($3,499 ahead on $27,260 in July).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