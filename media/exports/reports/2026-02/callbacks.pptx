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2 working hours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0.0"%";[Red](0.0"%")</c:formatCode>
                <c:ptCount val="17"/>
                <c:pt idx="0">
                  <c:v>86.5</c:v>
                </c:pt>
                <c:pt idx="1">
                  <c:v>85.3</c:v>
                </c:pt>
                <c:pt idx="2">
                  <c:v>82.6</c:v>
                </c:pt>
                <c:pt idx="3">
                  <c:v>79.5</c:v>
                </c:pt>
                <c:pt idx="4">
                  <c:v>74.2</c:v>
                </c:pt>
                <c:pt idx="5">
                  <c:v>72.9</c:v>
                </c:pt>
                <c:pt idx="6">
                  <c:v>71.1</c:v>
                </c:pt>
                <c:pt idx="7">
                  <c:v>74.0</c:v>
                </c:pt>
                <c:pt idx="8">
                  <c:v>68.1</c:v>
                </c:pt>
                <c:pt idx="9">
                  <c:v>66.7</c:v>
                </c:pt>
                <c:pt idx="10">
                  <c:v>66.3</c:v>
                </c:pt>
                <c:pt idx="11">
                  <c:v>69.7</c:v>
                </c:pt>
                <c:pt idx="12">
                  <c:v>67.0</c:v>
                </c:pt>
                <c:pt idx="13">
                  <c:v>66.7</c:v>
                </c:pt>
                <c:pt idx="14">
                  <c:v>70.6</c:v>
                </c:pt>
                <c:pt idx="15">
                  <c:v>67.0</c:v>
                </c:pt>
                <c:pt idx="16">
                  <c:v>61.6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Called back within 2 working hours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Phone</c:v>
                </c:pt>
                <c:pt idx="1">
                  <c:v>Web form</c:v>
                </c:pt>
                <c:pt idx="2">
                  <c:v>Email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56.5</c:v>
                </c:pt>
                <c:pt idx="1">
                  <c:v>59.4</c:v>
                </c:pt>
                <c:pt idx="2">
                  <c:v>83.3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.794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Sample Electrical &amp; Air Pty Ltd. Period: February 2026. In short: 61.6% called back within 2 working hours in February (target 80.0%); median wait 72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Called back within 2 working hours, February: 61.6%; Median wait, February: 72 min; Enquiries, February: 112. 61.6% of the 112 enquiries called back in February heard back within 2 working hours (target 80.0%), down from 67.0% in January. The median wait was 72 working minutes. 21 more enquiries would have needed a faster callback to reach the 80.0% target. Phone enquiries are the slowest: 56.5% within 2 working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Called back within 2 working hours, by channel, February 2026. Target 80.0%.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February 2026. In short: 61.6% called back within 2 working hours in February (target 80.0%); median wait 72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Callbacks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Called back within 2 working hours, February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61.6%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80.0% · January 67.0%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wait, February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January 72 min (working minutes)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Enquiries, February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January 109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61.6% of the 112 enquiries called back in February heard back within 2 working hours (target 80.0%), down from 67.0% in January. The median wait was 72 working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21 more enquiries would have needed a faster callback to reach the 80.0% target. Phone enquiries are the slowest: 56.5% within 2 working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Called back within 2 working hours, by channel, February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Target 80.0%.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302745" y="1414470"/>
            <a:ext cx="0" cy="398446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05465" y="539893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80.0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