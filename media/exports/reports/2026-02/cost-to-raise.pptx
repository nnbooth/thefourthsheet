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0"¢";[Red](0"¢")</c:formatCode>
                <c:ptCount val="17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0"¢";[Red](0"¢")</c:formatCode>
                <c:ptCount val="17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February 2026. In short: Each dollar raised cost 13¢ in February,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February · all fundraising: 13¢; Year to date (Jul to Feb 2026): 14¢. February cost 13¢ to raise each dollar, against 13¢ in January.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February · Grants: 13¢; Year to date (Jul to Feb 2026): 11¢. Grants cost 11¢ to raise each dollar this financial year to date ($56,800 of grant writing and reporting for $506,430).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February · Donations: 13¢; Year to date (Jul to Feb 2026): 15¢. Donations cost 15¢ to raise each dollar this financial year to date ($20,700 of donor campaigns for $136,100).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February · Fundraising events: –; Year to date (Jul to Feb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Each dollar raised cost 13¢ in February,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February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February cost 13¢ to raise each dollar, against 13¢ in January.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12¢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($56,800 of grant writing and reporting for $506,430).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17¢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($20,700 of donor campaigns for $136,100).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