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February 2026. In short: Grants cost 13¢ to raise each dollar in February;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February it cost: Grants 13¢, donations 13¢ to raise each dollar. Cheapest to raise in February: grants (13¢ a dollar). Dearest: donations (13¢).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$506,430 raised this financial year to date (73.9% of everything raised), $56,800 to raise it, so $449,630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$136,100 raised this financial year to date (19.9% of everything raised), $20,700 to raise it, so $115,400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(6.3%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13¢; Dearest to raise: Donations 13¢; Raised, year to date $685,530.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Feb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Grants cost 13¢ to raise each dollar in February;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February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February it cost: Grants 13¢, donations 13¢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February: grants (13¢ a dollar). Dearest: donations (13¢).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$506,430 raised this financial year to date (73.9% of everything raised), $56,800 to raise it, so $449,630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$136,100 raised this financial year to date (19.9% of everything raised), $20,700 to raise it, so $115,400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(6.3%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February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February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$685,530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Feb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Feb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$506,430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$449,630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$136,100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$115,400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