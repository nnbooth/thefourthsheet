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 (2025-26)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$#,##0;[Red]($#,##0);"-"</c:formatCode>
                <c:ptCount val="4"/>
                <c:pt idx="0">
                  <c:v>6024</c:v>
                </c:pt>
                <c:pt idx="1">
                  <c:v>10510</c:v>
                </c:pt>
                <c:pt idx="2">
                  <c:v>40311</c:v>
                </c:pt>
                <c:pt idx="3">
                  <c:v>51514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241.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February 2026. In short: Housing support costs $51,514 in full in February: $25,006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$51,514 in February once its share of untied program costs and administration is added to $26,508 of grant spending. Shared costs add 94.3%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$51,514 in full in February: $26,508 paid by the State Housing Program grant, and $25,006 of shared costs no grant covers. It has spent 95.0% of its budget to date, with $302,990 left and 10 months to go. The full cost is $51,514 a month; $25,006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$40,311 in full in February: $20,743 paid by the State Department of Families grant, and $19,568 of shared costs no grant covers. It has spent 100.1% of its budget to date, with $319,780 left and 16 months to go. The full cost is $40,311 a month; $19,568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$10,510 in full in February: $5,408 paid by the Philanthropic foundation grant, and $5,102 of shared costs no grant covers. It has spent 99.2% of its budget to date, with $65,200 left and 13 months to go. The full cost is $10,510 a month; $5,102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$6,024 in full in February: $3,100 paid by the Local council community grant grant, and $2,924 of shared costs no grant covers. It has spent 94.8% of its budget to date, with $16,200 left and 4 months to go. The full cost is $6,024 a month; $2,924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Housing support costs $51,514 in full in February: $25,006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February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637788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369265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66972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$51,514 in February once its share of untied program costs and administration is added to $26,508 of grant spending. Shared costs add 94.3%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637788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369265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966972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$51,514 in full in February: $26,508 paid by the State Housing Program grant, and $25,006 of shared costs no grant covers. It has spent 95.0% of its budget to date, with $302,990 left and 10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$51,514 a month; $25,006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$40,311 in full in February: $20,743 paid by the State Department of Families grant, and $19,568 of shared costs no grant covers. It has spent 100.1% of its budget to date, with $319,780 left and 16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$40,311 a month; $19,568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$10,510 in full in February: $5,408 paid by the Philanthropic foundation grant, and $5,102 of shared costs no grant covers. It has spent 99.2% of its budget to date, with $65,200 left and 13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$10,510 a month; $5,102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$6,024 in full in February: $3,100 paid by the Local council community grant grant, and $2,924 of shared costs no grant covers. It has spent 94.8% of its budget to date, with $16,200 left and 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$6,024 a month; $2,924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