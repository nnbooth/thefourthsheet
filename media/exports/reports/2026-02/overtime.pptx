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0.0"%";[Red](0.0"%")</c:formatCode>
                <c:ptCount val="17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After-hours call-out</c:v>
                </c:pt>
                <c:pt idx="3">
                  <c:v>Installation ran over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5.5</c:v>
                </c:pt>
                <c:pt idx="1">
                  <c:v>6.0</c:v>
                </c:pt>
                <c:pt idx="2">
                  <c:v>14.5</c:v>
                </c:pt>
                <c:pt idx="3">
                  <c:v>17.5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1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T5</c:v>
                </c:pt>
                <c:pt idx="1">
                  <c:v>Technician T4</c:v>
                </c:pt>
                <c:pt idx="2">
                  <c:v>Technician T7</c:v>
                </c:pt>
                <c:pt idx="3">
                  <c:v>Technician T1</c:v>
                </c:pt>
                <c:pt idx="4">
                  <c:v>Technician T6</c:v>
                </c:pt>
                <c:pt idx="5">
                  <c:v>Technician T2</c:v>
                </c:pt>
                <c:pt idx="6">
                  <c:v>Technician T3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2.0</c:v>
                </c:pt>
                <c:pt idx="1">
                  <c:v>2.5</c:v>
                </c:pt>
                <c:pt idx="2">
                  <c:v>3.5</c:v>
                </c:pt>
                <c:pt idx="3">
                  <c:v>6.0</c:v>
                </c:pt>
                <c:pt idx="4">
                  <c:v>6.5</c:v>
                </c:pt>
                <c:pt idx="5">
                  <c:v>11.5</c:v>
                </c:pt>
                <c:pt idx="6">
                  <c:v>11.5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2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February 2026. In short: Overtime was 4.2% of ordinary hours in February (target under 5.0%), up from 4.6%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February: 4.2%; Overtime hours, February: 43.5 h; February last year: 4.6%. Technicians worked 43.5 h of overtime in February, 4.2% of ordinary hours (target under 5.0%), against 3.1% in January. Over the last year it has gone from 4.6% to 4.2%. Installation ran over is the main reason: 17.5 h, 40.2% of the overtime. Technician T2 carried the most (11.5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February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February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Overtime was 4.2% of ordinary hours in February (target under 5.0%), up from 4.6%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31.0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41.5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43.5 h of overtime in February, 4.2% of ordinary hours (target under 5.0%), against 3.1% in January. Over the last year it has gone from 4.6% to 4.2%.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 ran over is the main reason: 17.5 h, 40.2% of the overtime. Technician T2 carried the most (11.5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