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Youth outreach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Mental health first aid</c:v>
                </c:pt>
                <c:pt idx="5">
                  <c:v>Community meals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48.0</c:v>
                </c:pt>
                <c:pt idx="1">
                  <c:v>128.5</c:v>
                </c:pt>
                <c:pt idx="2">
                  <c:v>135.5</c:v>
                </c:pt>
                <c:pt idx="3">
                  <c:v>146.5</c:v>
                </c:pt>
                <c:pt idx="4">
                  <c:v>158.5</c:v>
                </c:pt>
                <c:pt idx="5">
                  <c:v>164.0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8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#,##0;[Red](#,##0)</c:formatCode>
                <c:ptCount val="17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February 2026. In short: 781.0 h of volunteer time in February, from 56 volunteers; most went to Community meals.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February: 781.0 h; Volunteers who did a shift, February: 56; Hours per volunteer, February: 13.9 h; February last year: 376.5 h. 56 volunteers gave 781.0 h in February, against 817.5 h in January. Community meals drew the most (164.0 h, 21.0%). Volunteer coordinator had the fewest volunteer hours (48.0 h). Hours are up 107.4% on February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781.0 h of volunteer time in February, from 56 volunteers; most went to Community meals.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781.0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817.5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376.5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56 volunteers gave 781.0 h in February, against 817.5 h in January. Community meals drew the most (164.0 h, 21.0%).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(48.0 h). Hours are up 107.4% on February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