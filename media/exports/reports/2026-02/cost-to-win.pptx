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February 2026. In short: $221 per new customer in February: 39 new customers from $8,600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February 2026: $221; February last year: $246; Year to date (Jul to Feb 2026): $227. 39 new customers came from $8,600 of marketing in February, against 44 from $8,000 in January: $221 each, up from $182. Worth knowing which channels brought this month's customers in: recording the source of each new customer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$221 per new customer in February: 39 new customers from $8,600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$182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35 new customers from $8,600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39 new customers came from $8,600 of marketing in February, against 44 from $8,000 in January: $221 each, up from $182.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