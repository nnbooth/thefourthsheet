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  <c:pt idx="13">
                  <c:v>194966</c:v>
                </c:pt>
                <c:pt idx="14">
                  <c:v>150283</c:v>
                </c:pt>
                <c:pt idx="15">
                  <c:v>183306</c:v>
                </c:pt>
                <c:pt idx="16">
                  <c:v>218908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  <c:pt idx="13">
                  <c:v>40100</c:v>
                </c:pt>
                <c:pt idx="14">
                  <c:v>40100</c:v>
                </c:pt>
                <c:pt idx="15">
                  <c:v>40100</c:v>
                </c:pt>
                <c:pt idx="16">
                  <c:v>42000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  <c:pt idx="13">
                  <c:v>126900</c:v>
                </c:pt>
                <c:pt idx="14">
                  <c:v>78100</c:v>
                </c:pt>
                <c:pt idx="15">
                  <c:v>109100</c:v>
                </c:pt>
                <c:pt idx="16">
                  <c:v>144800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$#,##0;[Red]($#,##0);"-"</c:formatCode>
                <c:ptCount val="17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  <c:pt idx="13">
                  <c:v>27966</c:v>
                </c:pt>
                <c:pt idx="14">
                  <c:v>32083</c:v>
                </c:pt>
                <c:pt idx="15">
                  <c:v>34106</c:v>
                </c:pt>
                <c:pt idx="16">
                  <c:v>32108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February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February against February last year: 22.2%; Year to date (Jul to Feb 2026): $1,397,812; Gross margin, year to date: 43.8%. Revenue is $1,397,812 this financial year to date (Jul to Feb 2026). Maintenance contracts make the highest gross margin (63.8%); Installations the lowest (35.5%). The business needs 33.0% gross margin just to cover overheads. Installations: 35.5% gross margin, 0.5 points over the 35.0% target ($4,218 ahead on $871,000 this financial year to date). Maintenance contracts: 63.8% gross margin, 28.8 points over the 35.0% target ($90,540 ahead on $314,000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February against February last year: 34.2%; Year to date (Jul to Feb 2026): $314,000; Gross margin, year to date: 63.8%. Maintenance contracts brought in $314,000 this financial year to date, at a 63.8% gross margin (above the 43.8% overall). Maintenance contracts: 63.8% gross margin, 28.8 points over the 35.0% target ($90,540 ahead on $314,000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February against February last year: 22.1%; Year to date (Jul to Feb 2026): $871,000; Gross margin, year to date: 35.5%. Installations brought in $871,000 this financial year to date, at a 35.5% gross margin (below the 43.8% overall). Installations: 35.5% gross margin, 0.5 points over the 35.0% target ($4,218 ahead on $871,000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February against February last year: 9.6%; Year to date (Jul to Feb 2026): $212,812; Gross margin, year to date: 48.1%. Call-outs and repairs brought in $212,812 this financial year to date, at a 48.1% gross margin (above the 43.8% overall). Call-outs and repairs: 48.1% gross margin, 13.1 points over the 35.0% target ($27,910 ahead on $212,812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Feb 2026) against the same period last year · Trades. Same period last year: Not available: the data starts October 2024. From gross margin to profit: February's jobs made $98,246 gross margin (44.9%). Technician time not charged to jobs took $12,920 and overheads $59,320, leaving $26,006 profit before tax (11.9% of revenue). To cover overheads, jobs need a 33.0%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$218,908 against $179,190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$1,397,812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$611,902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$1,397,812 this financial year to date (Jul to Feb 2026). Maintenance contracts make the highest gross margin (63.8%); Installations the lowest (35.5%). The business needs 33.0%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35.5% gross margin, 0.5 points over the 35.0% target ($4,218 ahead on $871,000 this financial year to date). Maintenance contracts: 63.8% gross margin, 28.8 points over the 35.0% target ($90,540 ahead on $314,000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$42,000 against $31,300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$314,000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$200,440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$314,000 this financial year to date, at a 63.8% gross margin (above the 43.8%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63.8% gross margin, 28.8 points over the 35.0% target ($90,540 ahead on $314,000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22.1%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$144,800 against $118,600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$871,000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35.5%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$309,068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$871,000 this financial year to date, at a 35.5% gross margin (below the 43.8%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35.5% gross margin, 0.5 points over the 35.0% target ($4,218 ahead on $871,000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against February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$32,108 against $29,290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Feb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$212,812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$102,394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$212,812 this financial year to date, at a 48.1% gross margin (above the 43.8%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48.1% gross margin, 13.1 points over the 35.0% target ($27,910 ahead on $212,812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Feb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February's jobs made $98,246 gross margin (44.9%). Technician time not charged to jobs took $12,920 and overheads $59,320, leaving $26,006 profit before tax (11.9% of revenue). To cover overheads, jobs need a 33.0%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$200,440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$871,000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$309,068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35.5%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$212,812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$102,394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$1,397,812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$611,902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43.8%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