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February against February last year: (8.6%); Year to date (Jul to Feb 2026): $689,110; Gross margin, year to date: 67.4%. Revenue is $689,110 this financial year to date (Jul to Feb 2026). Training makes the highest gross margin (77.0%); Projects the lowest (65.3%). The business needs 57.4% gross margin just to cover overheads. Projects: 65.3% gross margin, 25.3 points over the 40.0% target ($108,246 ahead on $428,310 this financial year to date). Training: 77.0% gross margin, 37.0 points over the 40.0% target ($24,000 ahead on $64,800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February against February last year: (23.9%); Year to date (Jul to Feb 2026): $428,310; Gross margin, year to date: 65.3%. Projects brought in $428,310 this financial year to date, at a 65.3% gross margin (below the 67.4% overall). Projects: 65.3% gross margin, 25.3 points over the 40.0% target ($108,246 ahead on $428,310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February against February last year: 88.5%; Year to date (Jul to Feb 2026): $196,000; Gross margin, year to date: 68.8%. Retainers brought in $196,000 this financial year to date, at a 68.8% gross margin (above the 67.4% overall). Retainers: 68.8% gross margin, 28.8 points over the 40.0% target ($56,460 ahead on $196,000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February against February last year: (23.6%); Year to date (Jul to Feb 2026): $64,800; Gross margin, year to date: 77.0%. Training brought in $64,800 this financial year to date, at a 77.0% gross margin (above the 67.4% overall). Training: 77.0% gross margin, 37.0 points over the 40.0% target ($24,000 ahead on $64,800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Feb 2026) against the same period last year · Services. Same period last year: Not available: the data starts October 2024. From gross margin to profit: February's client work made $74,255 gross margin (67.0%). Consultant time not charged to client work took $12,120 and overheads $51,460, leaving $10,675 profit before tax (9.6% of revenue). To cover overheads, client work needs a 57.4%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(8.6%)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$110,835 against $121,275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$689,110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$464,350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$689,110 this financial year to date (Jul to Feb 2026). Training makes the highest gross margin (77.0%); Projects the lowest (65.3%). The business needs 57.4%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65.3% gross margin, 25.3 points over the 40.0% target ($108,246 ahead on $428,310 this financial year to date). Training: 77.0% gross margin, 37.0 points over the 40.0% target ($24,000 ahead on $64,800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(23.9%)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$70,035 against $92,075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$428,310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$279,570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$428,310 this financial year to date, at a 65.3% gross margin (below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65.3% gross margin, 25.3 points over the 40.0% target ($108,246 ahead on $428,310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$196,000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$134,860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$196,000 this financial year to date, at a 68.8%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68.8% gross margin, 28.8 points over the 40.0% target ($56,460 ahead on $196,000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(23.6%)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$9,700 against $12,700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$64,800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$49,920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$64,800 this financial year to date, at a 77.0%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77.0% gross margin, 37.0 points over the 40.0% target ($24,000 ahead on $64,800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Feb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February's client work made $74,255 gross margin (67.0%). Consultant time not charged to client work took $12,120 and overheads $51,460, leaving $10,675 profit before tax (9.6% of revenue). To cover overheads, client work needs a 57.4%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$428,310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$279,570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$134,860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$689,110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$464,350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