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$#,##0;[Red]($#,##0);"-"</c:formatCode>
                <c:ptCount val="17"/>
                <c:pt idx="0">
                  <c:v>103550</c:v>
                </c:pt>
                <c:pt idx="1">
                  <c:v>118390</c:v>
                </c:pt>
                <c:pt idx="2">
                  <c:v>125715</c:v>
                </c:pt>
                <c:pt idx="3">
                  <c:v>96560</c:v>
                </c:pt>
                <c:pt idx="4">
                  <c:v>121275</c:v>
                </c:pt>
                <c:pt idx="5">
                  <c:v>84340</c:v>
                </c:pt>
                <c:pt idx="6">
                  <c:v>69985</c:v>
                </c:pt>
                <c:pt idx="7">
                  <c:v>104970</c:v>
                </c:pt>
                <c:pt idx="8">
                  <c:v>99060</c:v>
                </c:pt>
                <c:pt idx="9">
                  <c:v>94805</c:v>
                </c:pt>
                <c:pt idx="10">
                  <c:v>67745</c:v>
                </c:pt>
                <c:pt idx="11">
                  <c:v>65650</c:v>
                </c:pt>
                <c:pt idx="12">
                  <c:v>78550</c:v>
                </c:pt>
                <c:pt idx="13">
                  <c:v>92575</c:v>
                </c:pt>
                <c:pt idx="14">
                  <c:v>76600</c:v>
                </c:pt>
                <c:pt idx="15">
                  <c:v>102350</c:v>
                </c:pt>
                <c:pt idx="16">
                  <c:v>110835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$#,##0;[Red]($#,##0);"-"</c:formatCode>
                <c:ptCount val="17"/>
                <c:pt idx="0">
                  <c:v>77350</c:v>
                </c:pt>
                <c:pt idx="1">
                  <c:v>96790</c:v>
                </c:pt>
                <c:pt idx="2">
                  <c:v>103515</c:v>
                </c:pt>
                <c:pt idx="3">
                  <c:v>73060</c:v>
                </c:pt>
                <c:pt idx="4">
                  <c:v>92075</c:v>
                </c:pt>
                <c:pt idx="5">
                  <c:v>53340</c:v>
                </c:pt>
                <c:pt idx="6">
                  <c:v>40885</c:v>
                </c:pt>
                <c:pt idx="7">
                  <c:v>65570</c:v>
                </c:pt>
                <c:pt idx="8">
                  <c:v>70760</c:v>
                </c:pt>
                <c:pt idx="9">
                  <c:v>71205</c:v>
                </c:pt>
                <c:pt idx="10">
                  <c:v>42845</c:v>
                </c:pt>
                <c:pt idx="11">
                  <c:v>42050</c:v>
                </c:pt>
                <c:pt idx="12">
                  <c:v>50650</c:v>
                </c:pt>
                <c:pt idx="13">
                  <c:v>51775</c:v>
                </c:pt>
                <c:pt idx="14">
                  <c:v>32800</c:v>
                </c:pt>
                <c:pt idx="15">
                  <c:v>66950</c:v>
                </c:pt>
                <c:pt idx="16">
                  <c:v>70035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$#,##0;[Red]($#,##0);"-"</c:formatCode>
                <c:ptCount val="17"/>
                <c:pt idx="0">
                  <c:v>16500</c:v>
                </c:pt>
                <c:pt idx="1">
                  <c:v>16500</c:v>
                </c:pt>
                <c:pt idx="2">
                  <c:v>16500</c:v>
                </c:pt>
                <c:pt idx="3">
                  <c:v>16500</c:v>
                </c:pt>
                <c:pt idx="4">
                  <c:v>16500</c:v>
                </c:pt>
                <c:pt idx="5">
                  <c:v>24000</c:v>
                </c:pt>
                <c:pt idx="6">
                  <c:v>24000</c:v>
                </c:pt>
                <c:pt idx="7">
                  <c:v>24000</c:v>
                </c:pt>
                <c:pt idx="8">
                  <c:v>24000</c:v>
                </c:pt>
                <c:pt idx="9">
                  <c:v>17900</c:v>
                </c:pt>
                <c:pt idx="10">
                  <c:v>17900</c:v>
                </c:pt>
                <c:pt idx="11">
                  <c:v>17900</c:v>
                </c:pt>
                <c:pt idx="12">
                  <c:v>17900</c:v>
                </c:pt>
                <c:pt idx="13">
                  <c:v>31100</c:v>
                </c:pt>
                <c:pt idx="14">
                  <c:v>31100</c:v>
                </c:pt>
                <c:pt idx="15">
                  <c:v>31100</c:v>
                </c:pt>
                <c:pt idx="16">
                  <c:v>31100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$#,##0;[Red]($#,##0);"-"</c:formatCode>
                <c:ptCount val="17"/>
                <c:pt idx="0">
                  <c:v>9700</c:v>
                </c:pt>
                <c:pt idx="1">
                  <c:v>5100</c:v>
                </c:pt>
                <c:pt idx="2">
                  <c:v>5700</c:v>
                </c:pt>
                <c:pt idx="3">
                  <c:v>7000</c:v>
                </c:pt>
                <c:pt idx="4">
                  <c:v>12700</c:v>
                </c:pt>
                <c:pt idx="5">
                  <c:v>7000</c:v>
                </c:pt>
                <c:pt idx="6">
                  <c:v>5100</c:v>
                </c:pt>
                <c:pt idx="7">
                  <c:v>15400</c:v>
                </c:pt>
                <c:pt idx="8">
                  <c:v>4300</c:v>
                </c:pt>
                <c:pt idx="9">
                  <c:v>5700</c:v>
                </c:pt>
                <c:pt idx="10">
                  <c:v>7000</c:v>
                </c:pt>
                <c:pt idx="11">
                  <c:v>5700</c:v>
                </c:pt>
                <c:pt idx="12">
                  <c:v>10000</c:v>
                </c:pt>
                <c:pt idx="13">
                  <c:v>9700</c:v>
                </c:pt>
                <c:pt idx="14">
                  <c:v>12700</c:v>
                </c:pt>
                <c:pt idx="15">
                  <c:v>4300</c:v>
                </c:pt>
                <c:pt idx="16">
                  <c:v>9700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products and services are growing?. Sample Advisory Pty Ltd. Period: February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All. February against February last year: (8.6%); Year to date (Jul to Feb 2026): $689,110; Gross margin, year to date: 67.4%. Revenue is $689,110 this financial year to date (Jul to Feb 2026). Training makes the highest gross margin (77.0%); Projects the lowest (65.3%). The business needs 57.4% gross margin just to cover overheads. Projects: 65.3% gross margin, 25.3 points over the 40.0% target ($108,246 ahead on $428,310 this financial year to date). Training: 77.0% gross margin, 37.0 points over the 40.0% target ($24,000 ahead on $64,800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Projects. February against February last year: (23.9%); Year to date (Jul to Feb 2026): $428,310; Gross margin, year to date: 65.3%. Projects brought in $428,310 this financial year to date, at a 65.3% gross margin (below the 67.4% overall). Projects: 65.3% gross margin, 25.3 points over the 40.0% target ($108,246 ahead on $428,310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Retainers. February against February last year: 88.5%; Year to date (Jul to Feb 2026): $196,000; Gross margin, year to date: 68.8%. Retainers brought in $196,000 this financial year to date, at a 68.8% gross margin (above the 67.4% overall). Retainers: 68.8% gross margin, 28.8 points over the 40.0% target ($56,460 ahead on $196,000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Training. February against February last year: (23.6%); Year to date (Jul to Feb 2026): $64,800; Gross margin, year to date: 77.0%. Training brought in $64,800 this financial year to date, at a 77.0% gross margin (above the 67.4% overall). Training: 77.0% gross margin, 37.0 points over the 40.0% target ($24,000 ahead on $64,800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type of work: financial year to date (Jul to Feb 2026) against the same period last year · Services. Same period last year: Not available: the data starts October 2024. From gross margin to profit: February's client work made $74,255 gross margin (67.0%). Consultant time not charged to client work took $12,120 and overheads $51,460, leaving $10,675 profit before tax (9.6% of revenue). To cover overheads, client work needs a 57.4%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products and services are growing?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Advisory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February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2026: Locked. February 2026 is locked (closed 3 Mar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All.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against February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(8.6%)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$110,835 against $121,275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Feb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$689,110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67.4%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$464,350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$689,110 this financial year to date (Jul to Feb 2026). Training makes the highest gross margin (77.0%); Projects the lowest (65.3%). The business needs 57.4%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65.3% gross margin, 25.3 points over the 40.0% target ($108,246 ahead on $428,310 this financial year to date). Training: 77.0% gross margin, 37.0 points over the 40.0% target ($24,000 ahead on $64,800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Projects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Projects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against February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(23.9%)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$70,035 against $92,075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Feb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$428,310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65.3%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$279,570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 brought in $428,310 this financial year to date, at a 65.3% gross margin (below the 67.4%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65.3% gross margin, 25.3 points over the 40.0% target ($108,246 ahead on $428,310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Retainers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Retainers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against February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88.5%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$31,100 against $16,500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Feb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$196,000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68.8%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$134,860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 brought in $196,000 this financial year to date, at a 68.8% gross margin (above the 67.4%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Retainers: 68.8% gross margin, 28.8 points over the 40.0% target ($56,460 ahead on $196,000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Training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against February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(23.6%)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$9,700 against $12,700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Feb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$64,800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77.0%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$49,920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 brought in $64,800 this financial year to date, at a 77.0% gross margin (above the 67.4%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Training: 77.0% gross margin, 37.0 points over the 40.0% target ($24,000 ahead on $64,800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type of work: financial year to date (Jul to Feb 2026) against the same period last year · Services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644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Same period last year: Not available: the data starts October 2024. From gross margin to profit: February's client work made $74,255 gross margin (67.0%). Consultant time not charged to client work took $12,120 and overheads $51,460, leaving $10,675 profit before tax (9.6% of revenue). To cover overheads, client work needs a 57.4%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9034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$428,310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$279,570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$196,000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$134,860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68.8%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$64,800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$49,920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77.0%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$689,110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$464,350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67.4%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