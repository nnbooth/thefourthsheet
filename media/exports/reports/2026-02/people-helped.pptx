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reached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Community meals</c:v>
                </c:pt>
                <c:pt idx="1">
                  <c:v>Youth outreach</c:v>
                </c:pt>
                <c:pt idx="2">
                  <c:v>Housing support</c:v>
                </c:pt>
                <c:pt idx="3">
                  <c:v>Digital literacy</c:v>
                </c:pt>
              </c:strCache>
            </c:strRef>
          </c:cat>
          <c:val>
            <c:numRef>
              <c:f>Sheet1!$B$2:$B$5</c:f>
              <c:numCache>
                <c:formatCode>0.0"%";[Red](0.0"%")</c:formatCode>
                <c:ptCount val="4"/>
                <c:pt idx="0">
                  <c:v>89.8</c:v>
                </c:pt>
                <c:pt idx="1">
                  <c:v>90.3</c:v>
                </c:pt>
                <c:pt idx="2">
                  <c:v>90.5</c:v>
                </c:pt>
                <c:pt idx="3">
                  <c:v>90.5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4.074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helped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Sheet1!$A$2:$A$18</c:f>
              <c:strCache>
                <c:ptCount val="17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</c:strCache>
            </c:strRef>
          </c:cat>
          <c:val>
            <c:numRef>
              <c:f>Sheet1!$B$2:$B$18</c:f>
              <c:numCache>
                <c:formatCode>#,##0;[Red](#,##0)</c:formatCode>
                <c:ptCount val="17"/>
                <c:pt idx="0">
                  <c:v>175</c:v>
                </c:pt>
                <c:pt idx="1">
                  <c:v>211</c:v>
                </c:pt>
                <c:pt idx="2">
                  <c:v>195</c:v>
                </c:pt>
                <c:pt idx="3">
                  <c:v>308</c:v>
                </c:pt>
                <c:pt idx="4">
                  <c:v>297</c:v>
                </c:pt>
                <c:pt idx="5">
                  <c:v>278</c:v>
                </c:pt>
                <c:pt idx="6">
                  <c:v>314</c:v>
                </c:pt>
                <c:pt idx="7">
                  <c:v>305</c:v>
                </c:pt>
                <c:pt idx="8">
                  <c:v>265</c:v>
                </c:pt>
                <c:pt idx="9">
                  <c:v>425</c:v>
                </c:pt>
                <c:pt idx="10">
                  <c:v>446</c:v>
                </c:pt>
                <c:pt idx="11">
                  <c:v>474</c:v>
                </c:pt>
                <c:pt idx="12">
                  <c:v>506</c:v>
                </c:pt>
                <c:pt idx="13">
                  <c:v>495</c:v>
                </c:pt>
                <c:pt idx="14">
                  <c:v>521</c:v>
                </c:pt>
                <c:pt idx="15">
                  <c:v>427</c:v>
                </c:pt>
                <c:pt idx="16">
                  <c:v>396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you help this month, and how many couldn't you reach?. Sample Community Services Ltd. Period: February 2026. In short: 396 people helped in February; 43 couldn't be reached (90.2% reached, target 90.0%).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you help this month, and how many couldn't you reach?. People helped, February: 396; Couldn't reach, February: 43; Share reached, February: 90.2%. 396 people were helped in February, and 43 came to a program but couldn't be helped: 90.2% reached (target 90.0%), against 89.7% in January. Community meals reached the smallest share: 89.8% (16 couldn't be helped). The main reason: program at capacity (19 people).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helped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people couldn't be helped, February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people did you help this month, and how many couldn't you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February 2026. In short: 396 people helped in February; 43 couldn't be reached (90.2% reached, target 90.0%).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145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How many people did you help this month, and how many couldn't you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you help this month, and how many couldn't you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344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Share of people reached, by program, February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People helped, February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January 427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Couldn't reach, February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January 49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Share reached, February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90.2%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543556"/>
          <a:ext cx="11277295" cy="22677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9496644" y="2611587"/>
            <a:ext cx="0" cy="1995586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399364" y="4607173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90.0%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31308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5186172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460492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396 people were helped in February, and 43 came to a program but couldn't be helped: 90.2% reached (target 90.0%), against 89.7% in January.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5131308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5186172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5460492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Community meals reached the smallest share: 89.8% (16 couldn't be helped). The main reason: program at capacity (19 people).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People helped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you help this month, and how many couldn't you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people couldn't be helped, February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you help this month, and how many couldn't you reach?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Main reason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People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at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Waitlist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Couldn't make contact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Not eligible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Outside the service area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