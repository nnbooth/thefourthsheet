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</c:v>
                </c:pt>
                <c:pt idx="1">
                  <c:v>Youth outreach</c:v>
                </c:pt>
                <c:pt idx="2">
                  <c:v>Housing support</c:v>
                </c:pt>
                <c:pt idx="3">
                  <c:v>Digital literacy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89.8</c:v>
                </c:pt>
                <c:pt idx="1">
                  <c:v>90.3</c:v>
                </c:pt>
                <c:pt idx="2">
                  <c:v>90.5</c:v>
                </c:pt>
                <c:pt idx="3">
                  <c:v>90.5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07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February 2026. In short: 396 people helped in February; 43 couldn't be reached (90.2%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February: 396; Couldn't reach, February: 43; Share reached, February: 90.2%. 396 people were helped in February, and 43 came to a program but couldn't be helped: 90.2% reached (target 90.0%), against 89.7% in January. Community meals reached the smallest share: 89.8% (16 couldn't be helped). The main reason: program at capacity (19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February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396 people helped in February; 43 couldn't be reached (90.2%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96644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99364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396 people were helped in February, and 43 came to a program but couldn't be helped: 90.2% reached (target 90.0%), against 89.7% in January.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reached the smallest share: 89.8% (16 couldn't be helped). The main reason: program at capacity (19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