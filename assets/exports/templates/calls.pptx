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/>
            </a:solidFill>
          </c:spPr>
          <c:cat>
            <c:strRef>
              <c:f>Sheet1!$A$2:$A$8</c:f>
              <c:strCache>
                <c:ptCount val="7"/>
                <c:pt idx="0">
                  <c:v>{{x6}}</c:v>
                </c:pt>
                <c:pt idx="1">
                  <c:v>{{x5}}</c:v>
                </c:pt>
                <c:pt idx="2">
                  <c:v>{{x4}}</c:v>
                </c:pt>
                <c:pt idx="3">
                  <c:v>{{x3}}</c:v>
                </c:pt>
                <c:pt idx="4">
                  <c:v>{{x2}}</c:v>
                </c:pt>
                <c:pt idx="5">
                  <c:v>{{x1}}</c:v>
                </c:pt>
                <c:pt idx="6">
                  <c:v>{{x0}}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Sheet1!$A$2:$A$8</c:f>
              <c:strCache>
                <c:ptCount val="7"/>
                <c:pt idx="0">
                  <c:v>{{x0}}</c:v>
                </c:pt>
                <c:pt idx="1">
                  <c:v>{{x1}}</c:v>
                </c:pt>
                <c:pt idx="2">
                  <c:v>{{x2}}</c:v>
                </c:pt>
                <c:pt idx="3">
                  <c:v>{{x3}}</c:v>
                </c:pt>
                <c:pt idx="4">
                  <c:v>{{x4}}</c:v>
                </c:pt>
                <c:pt idx="5">
                  <c:v>{{x5}}</c:v>
                </c:pt>
                <c:pt idx="6">
                  <c:v>{{x6}}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Answered while staffed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Sheet1!$A$2:$A$8</c:f>
              <c:strCache>
                <c:ptCount val="7"/>
                <c:pt idx="0">
                  <c:v>{{x0}}</c:v>
                </c:pt>
                <c:pt idx="1">
                  <c:v>{{x1}}</c:v>
                </c:pt>
                <c:pt idx="2">
                  <c:v>{{x2}}</c:v>
                </c:pt>
                <c:pt idx="3">
                  <c:v>{{x3}}</c:v>
                </c:pt>
                <c:pt idx="4">
                  <c:v>{{x4}}</c:v>
                </c:pt>
                <c:pt idx="5">
                  <c:v>{{x5}}</c:v>
                </c:pt>
                <c:pt idx="6">
                  <c:v>{{x6}}</c:v>
                </c:pt>
              </c:strCache>
            </c:strRef>
          </c:cat>
          <c:val>
            <c:numRef>
              <c:f>Sheet1!$B$2:$B$8</c:f>
              <c:numCache>
                <c:formatCode>0.0"%";[Red](0.0"%")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{{question}}. {{business}}. Period: {{period_label}}. In short: {{answer}} {{intro}}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{{question}}. When the calls come in, {{period_label}}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{{months_note}}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{{question}}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{{business}}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{{period_label}}. In short: {{answer}} {{intro}}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{{status_lines}}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{{business}}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{{generated}}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{{question}}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{{business}} · {{question}}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{{period_label}}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{{kpi1.label}}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{{kpi1.value}}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{{kpi1.sub}}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{{kpi2.label}}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{{kpi2.value}}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{{kpi2.sub}}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{{kpi3.label}}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{{kpi3.value}}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{{kpi3.sub}}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{{kpi4.label}}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{{kpi4.value}}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{{kpi4.sub}}</a:t>
            </a:r>
          </a:p>
        </p:txBody>
      </p:sp>
      <p:graphicFrame>
        <p:nvGraphicFramePr>
          <p:cNvPr id="22" name="Chart 21" descr="chart:hours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{{shows}}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{{action}}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{{business}}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{{generated}} · Sample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{{business}} · {{question}}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{{months_note}}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2916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CALLS</a:t>
            </a:r>
          </a:p>
        </p:txBody>
      </p:sp>
      <p:graphicFrame>
        <p:nvGraphicFramePr>
          <p:cNvPr id="7" name="Chart 6" descr="chart:months_calls"/>
          <p:cNvGraphicFramePr>
            <a:graphicFrameLocks noGrp="1"/>
          </p:cNvGraphicFramePr>
          <p:nvPr/>
        </p:nvGraphicFramePr>
        <p:xfrm>
          <a:off x="457200" y="1507236"/>
          <a:ext cx="11277295" cy="203530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88258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ANSWERED WHILE STAFFED</a:t>
            </a:r>
          </a:p>
        </p:txBody>
      </p:sp>
      <p:graphicFrame>
        <p:nvGraphicFramePr>
          <p:cNvPr id="9" name="Chart 8" descr="chart:months_rate"/>
          <p:cNvGraphicFramePr>
            <a:graphicFrameLocks noGrp="1"/>
          </p:cNvGraphicFramePr>
          <p:nvPr/>
        </p:nvGraphicFramePr>
        <p:xfrm>
          <a:off x="457200" y="3862578"/>
          <a:ext cx="11277295" cy="203530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{{business}}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{{generated}} · Sample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